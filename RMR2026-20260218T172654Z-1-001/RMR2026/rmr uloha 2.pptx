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72" r:id="rId8"/>
    <p:sldId id="276" r:id="rId9"/>
    <p:sldId id="277" r:id="rId10"/>
    <p:sldId id="278" r:id="rId11"/>
    <p:sldId id="279" r:id="rId12"/>
    <p:sldId id="280" r:id="rId13"/>
    <p:sldId id="281" r:id="rId14"/>
    <p:sldId id="28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294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5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0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28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4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4.png"/><Relationship Id="rId5" Type="http://schemas.openxmlformats.org/officeDocument/2006/relationships/image" Target="../media/image26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A835-F2A2-253E-100C-B2862AA74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RMR </a:t>
            </a:r>
            <a:r>
              <a:rPr lang="sk-SK" dirty="0"/>
              <a:t>úloha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56684-898D-1228-2843-55DF7DA83D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5756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949E-E42B-01AC-9361-72C8F1AF0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3E630-238D-01B5-BC37-958912959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Čo máme</a:t>
            </a:r>
          </a:p>
          <a:p>
            <a:pPr lvl="1"/>
            <a:r>
              <a:rPr lang="sk-SK" dirty="0"/>
              <a:t>Polohu robota </a:t>
            </a:r>
            <a:r>
              <a:rPr lang="sk-SK" dirty="0" err="1"/>
              <a:t>x,y</a:t>
            </a:r>
            <a:r>
              <a:rPr lang="sk-SK" dirty="0"/>
              <a:t>, </a:t>
            </a:r>
          </a:p>
          <a:p>
            <a:pPr lvl="1"/>
            <a:r>
              <a:rPr lang="sk-SK" dirty="0"/>
              <a:t>Schopnosť presunúť sa z miesta Štart do miesta Koniec</a:t>
            </a:r>
          </a:p>
          <a:p>
            <a:pPr lvl="1"/>
            <a:r>
              <a:rPr lang="sk-SK" dirty="0"/>
              <a:t>Informácie z laserového diaľkomeru</a:t>
            </a:r>
          </a:p>
          <a:p>
            <a:r>
              <a:rPr lang="sk-SK" dirty="0"/>
              <a:t>Čo chceme dostať</a:t>
            </a:r>
          </a:p>
          <a:p>
            <a:pPr lvl="1"/>
            <a:r>
              <a:rPr lang="sk-SK" dirty="0"/>
              <a:t>Dostať sa do Konca a obísť všetky prekážky</a:t>
            </a:r>
            <a:endParaRPr lang="en-GB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4148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1A8B-9C7C-7DD0-8C2F-37AFE003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</a:t>
            </a:r>
            <a:r>
              <a:rPr lang="sk-SK" dirty="0"/>
              <a:t>óda VFH+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FFDB-736A-56D3-AE5F-94C90D02C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C159CAA-C48E-F58C-23E5-0FF3BD4114BC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9C349AA-EAB0-7C07-813F-07C70348931F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26F6600-4ED7-4917-2EE9-1280B42B22EC}"/>
              </a:ext>
            </a:extLst>
          </p:cNvPr>
          <p:cNvSpPr/>
          <p:nvPr/>
        </p:nvSpPr>
        <p:spPr>
          <a:xfrm rot="3185048">
            <a:off x="4922162" y="2801924"/>
            <a:ext cx="562060" cy="503331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C12FAE0-815C-54CE-4FDE-4C919285FFE2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C12FAE0-815C-54CE-4FDE-4C919285F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2F8E14-737F-4109-9745-7F313644DA43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2F8E14-737F-4109-9745-7F313644DA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D58D55-E2D8-3674-E9C5-910F396C7D9A}"/>
              </a:ext>
            </a:extLst>
          </p:cNvPr>
          <p:cNvCxnSpPr/>
          <p:nvPr/>
        </p:nvCxnSpPr>
        <p:spPr>
          <a:xfrm flipV="1">
            <a:off x="2038525" y="3053589"/>
            <a:ext cx="3164667" cy="23908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89B18B-9A48-3E94-1CCB-A4468ED30C7D}"/>
              </a:ext>
            </a:extLst>
          </p:cNvPr>
          <p:cNvCxnSpPr/>
          <p:nvPr/>
        </p:nvCxnSpPr>
        <p:spPr>
          <a:xfrm flipH="1">
            <a:off x="2038525" y="3053589"/>
            <a:ext cx="31646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C2FFA7-4BBD-B47E-A444-4E617405FD5A}"/>
              </a:ext>
            </a:extLst>
          </p:cNvPr>
          <p:cNvCxnSpPr/>
          <p:nvPr/>
        </p:nvCxnSpPr>
        <p:spPr>
          <a:xfrm>
            <a:off x="5203192" y="3053589"/>
            <a:ext cx="0" cy="23908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5646E78-EAD5-BAA5-FE1A-2C52C709B572}"/>
              </a:ext>
            </a:extLst>
          </p:cNvPr>
          <p:cNvSpPr/>
          <p:nvPr/>
        </p:nvSpPr>
        <p:spPr>
          <a:xfrm rot="5400000">
            <a:off x="1828991" y="5192790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199CC-7287-6A16-07C3-D074237E4DE5}"/>
              </a:ext>
            </a:extLst>
          </p:cNvPr>
          <p:cNvSpPr txBox="1"/>
          <p:nvPr/>
        </p:nvSpPr>
        <p:spPr>
          <a:xfrm>
            <a:off x="2070510" y="5622966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začiatok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25D370-11A7-C1EE-99D3-D31AEFC516AD}"/>
              </a:ext>
            </a:extLst>
          </p:cNvPr>
          <p:cNvSpPr txBox="1"/>
          <p:nvPr/>
        </p:nvSpPr>
        <p:spPr>
          <a:xfrm>
            <a:off x="5476951" y="2831628"/>
            <a:ext cx="81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Koniec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2C7AA3-1535-FED4-701C-B17ADF0D7A51}"/>
              </a:ext>
            </a:extLst>
          </p:cNvPr>
          <p:cNvSpPr txBox="1"/>
          <p:nvPr/>
        </p:nvSpPr>
        <p:spPr>
          <a:xfrm>
            <a:off x="1535667" y="484664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1.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AC97C4-BB07-DF7E-7CB3-B1DC4D8C2EE4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89BF4D-F0E6-3881-4ADC-7630FEE8CA43}"/>
              </a:ext>
            </a:extLst>
          </p:cNvPr>
          <p:cNvSpPr txBox="1"/>
          <p:nvPr/>
        </p:nvSpPr>
        <p:spPr>
          <a:xfrm>
            <a:off x="6096000" y="3674934"/>
            <a:ext cx="417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Robot zistí že má pred sebou prekážku</a:t>
            </a:r>
          </a:p>
          <a:p>
            <a:r>
              <a:rPr lang="sk-SK" dirty="0"/>
              <a:t>A chce určiť ako má prekážku obísť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95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DD2BC-5F8A-BB19-6230-BB74AC9C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3454-8CEE-A6D4-A3C8-2C58152D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</a:t>
            </a:r>
            <a:r>
              <a:rPr lang="sk-SK" dirty="0"/>
              <a:t>óda VFH+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57705-F377-ABB9-29E8-58E60EA41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75CE45B-0FC1-8F0F-6D1F-3E317149C48A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86D629-533C-441F-AAC2-2CB90AFB906B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56B7976-B8F5-71F8-AB5B-B4F6CBC0FFDA}"/>
              </a:ext>
            </a:extLst>
          </p:cNvPr>
          <p:cNvSpPr/>
          <p:nvPr/>
        </p:nvSpPr>
        <p:spPr>
          <a:xfrm rot="3185048">
            <a:off x="4922162" y="2801924"/>
            <a:ext cx="562060" cy="503331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5DE53F-4B27-DDE8-4881-AE1028A97F99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5DE53F-4B27-DDE8-4881-AE1028A97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C9CC52-F816-4409-5002-0AE55EF9501B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C9CC52-F816-4409-5002-0AE55EF950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878CDC-3BC4-D4E6-3160-098DC1DEB512}"/>
              </a:ext>
            </a:extLst>
          </p:cNvPr>
          <p:cNvCxnSpPr/>
          <p:nvPr/>
        </p:nvCxnSpPr>
        <p:spPr>
          <a:xfrm flipV="1">
            <a:off x="2038525" y="3053589"/>
            <a:ext cx="3164667" cy="23908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91CC7A-7A77-4F44-E86C-D21557E516FF}"/>
              </a:ext>
            </a:extLst>
          </p:cNvPr>
          <p:cNvCxnSpPr/>
          <p:nvPr/>
        </p:nvCxnSpPr>
        <p:spPr>
          <a:xfrm flipH="1">
            <a:off x="2038525" y="3053589"/>
            <a:ext cx="31646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470B09-0770-4045-1079-26C82E21831A}"/>
              </a:ext>
            </a:extLst>
          </p:cNvPr>
          <p:cNvCxnSpPr/>
          <p:nvPr/>
        </p:nvCxnSpPr>
        <p:spPr>
          <a:xfrm>
            <a:off x="5203192" y="3053589"/>
            <a:ext cx="0" cy="23908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0322C38-D0FC-0685-4C07-542A5E7450F4}"/>
              </a:ext>
            </a:extLst>
          </p:cNvPr>
          <p:cNvSpPr/>
          <p:nvPr/>
        </p:nvSpPr>
        <p:spPr>
          <a:xfrm rot="5400000">
            <a:off x="1828991" y="5192790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9A1D7D-DBD7-24C7-AC6A-3C42A702E028}"/>
              </a:ext>
            </a:extLst>
          </p:cNvPr>
          <p:cNvSpPr txBox="1"/>
          <p:nvPr/>
        </p:nvSpPr>
        <p:spPr>
          <a:xfrm>
            <a:off x="2070510" y="5622966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začiatok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0DB882-8DE6-E0D1-8494-F57439736E21}"/>
              </a:ext>
            </a:extLst>
          </p:cNvPr>
          <p:cNvSpPr txBox="1"/>
          <p:nvPr/>
        </p:nvSpPr>
        <p:spPr>
          <a:xfrm>
            <a:off x="5476951" y="2831628"/>
            <a:ext cx="81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Koniec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34B82-A9C6-7EA8-1D39-979BCA03234D}"/>
              </a:ext>
            </a:extLst>
          </p:cNvPr>
          <p:cNvSpPr txBox="1"/>
          <p:nvPr/>
        </p:nvSpPr>
        <p:spPr>
          <a:xfrm>
            <a:off x="1535667" y="484664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1.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4675C3-53D6-A63B-5D5A-1ABDCBCFBB69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E616DC-979C-27FF-98FD-2063F974FA93}"/>
                  </a:ext>
                </a:extLst>
              </p:cNvPr>
              <p:cNvSpPr txBox="1"/>
              <p:nvPr/>
            </p:nvSpPr>
            <p:spPr>
              <a:xfrm>
                <a:off x="6096000" y="3674934"/>
                <a:ext cx="277672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Robot si rozdelí priestor </a:t>
                </a:r>
                <a:br>
                  <a:rPr lang="sk-SK" dirty="0"/>
                </a:br>
                <a:r>
                  <a:rPr lang="sk-SK" dirty="0"/>
                  <a:t>okolo seba na n sektorov</a:t>
                </a:r>
                <a:endParaRPr lang="en-US" dirty="0"/>
              </a:p>
              <a:p>
                <a:r>
                  <a:rPr lang="en-US" dirty="0"/>
                  <a:t>Ka</a:t>
                </a:r>
                <a:r>
                  <a:rPr lang="sk-SK" dirty="0" err="1"/>
                  <a:t>ždý</a:t>
                </a:r>
                <a:r>
                  <a:rPr lang="sk-SK" dirty="0"/>
                  <a:t> sektor má veľkosť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sk-S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=360/</m:t>
                      </m:r>
                      <m:r>
                        <a:rPr lang="sk-S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E616DC-979C-27FF-98FD-2063F974F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674934"/>
                <a:ext cx="2776722" cy="1200329"/>
              </a:xfrm>
              <a:prstGeom prst="rect">
                <a:avLst/>
              </a:prstGeom>
              <a:blipFill>
                <a:blip r:embed="rId4"/>
                <a:stretch>
                  <a:fillRect l="-1758" t="-3553" b="-3553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70F6CC-3F52-8D7D-13F2-2B626038BEC3}"/>
              </a:ext>
            </a:extLst>
          </p:cNvPr>
          <p:cNvCxnSpPr>
            <a:cxnSpLocks/>
          </p:cNvCxnSpPr>
          <p:nvPr/>
        </p:nvCxnSpPr>
        <p:spPr>
          <a:xfrm flipV="1">
            <a:off x="2025619" y="3329930"/>
            <a:ext cx="0" cy="2105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C82692A-BEBD-5384-91B5-545FE2886F40}"/>
              </a:ext>
            </a:extLst>
          </p:cNvPr>
          <p:cNvGrpSpPr/>
          <p:nvPr/>
        </p:nvGrpSpPr>
        <p:grpSpPr>
          <a:xfrm>
            <a:off x="-475949" y="2927740"/>
            <a:ext cx="5015009" cy="5015009"/>
            <a:chOff x="-475949" y="2927740"/>
            <a:chExt cx="5015009" cy="5015009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77D5B2F-4613-6B9E-EE95-E1F6E7BA053C}"/>
                </a:ext>
              </a:extLst>
            </p:cNvPr>
            <p:cNvSpPr/>
            <p:nvPr/>
          </p:nvSpPr>
          <p:spPr>
            <a:xfrm>
              <a:off x="-475949" y="2927740"/>
              <a:ext cx="5015009" cy="5015009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E169F53-2A71-8A83-77AE-E1686A3479D9}"/>
                </a:ext>
              </a:extLst>
            </p:cNvPr>
            <p:cNvCxnSpPr/>
            <p:nvPr/>
          </p:nvCxnSpPr>
          <p:spPr>
            <a:xfrm flipV="1">
              <a:off x="2038525" y="4914900"/>
              <a:ext cx="2444575" cy="529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E5C5B0B-3E6F-C4E1-76A9-3CE4194381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524" y="4173895"/>
              <a:ext cx="2156463" cy="12705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8C6C229-AED9-CF97-23E5-6936C18B16C8}"/>
                </a:ext>
              </a:extLst>
            </p:cNvPr>
            <p:cNvCxnSpPr>
              <a:stCxn id="70" idx="7"/>
            </p:cNvCxnSpPr>
            <p:nvPr/>
          </p:nvCxnSpPr>
          <p:spPr>
            <a:xfrm flipH="1">
              <a:off x="2038524" y="3662171"/>
              <a:ext cx="1766105" cy="1779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AA966AE-AD38-B65C-A4D5-8FA99131FE4D}"/>
                </a:ext>
              </a:extLst>
            </p:cNvPr>
            <p:cNvCxnSpPr/>
            <p:nvPr/>
          </p:nvCxnSpPr>
          <p:spPr>
            <a:xfrm flipH="1">
              <a:off x="2025618" y="3218724"/>
              <a:ext cx="1183841" cy="22313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4EB1D70-9B20-7788-3CF4-7AA974EE3B46}"/>
                </a:ext>
              </a:extLst>
            </p:cNvPr>
            <p:cNvCxnSpPr/>
            <p:nvPr/>
          </p:nvCxnSpPr>
          <p:spPr>
            <a:xfrm flipH="1">
              <a:off x="2024611" y="2982282"/>
              <a:ext cx="534582" cy="24594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819B500-7431-EBEA-2EA2-95A1776BFAC0}"/>
                </a:ext>
              </a:extLst>
            </p:cNvPr>
            <p:cNvCxnSpPr>
              <a:stCxn id="70" idx="0"/>
            </p:cNvCxnSpPr>
            <p:nvPr/>
          </p:nvCxnSpPr>
          <p:spPr>
            <a:xfrm flipH="1">
              <a:off x="2017350" y="2927740"/>
              <a:ext cx="14206" cy="2522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012573A-9665-2CC0-B4FE-5470021A669C}"/>
                </a:ext>
              </a:extLst>
            </p:cNvPr>
            <p:cNvCxnSpPr/>
            <p:nvPr/>
          </p:nvCxnSpPr>
          <p:spPr>
            <a:xfrm flipH="1" flipV="1">
              <a:off x="1476551" y="2982282"/>
              <a:ext cx="540454" cy="24677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B989B62-BF88-7F91-366E-3FC62556C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25" y="3218724"/>
              <a:ext cx="1199236" cy="22313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3209AC5-CF42-4FB7-A0F2-C8DE23ACC577}"/>
                </a:ext>
              </a:extLst>
            </p:cNvPr>
            <p:cNvCxnSpPr>
              <a:stCxn id="70" idx="1"/>
            </p:cNvCxnSpPr>
            <p:nvPr/>
          </p:nvCxnSpPr>
          <p:spPr>
            <a:xfrm>
              <a:off x="258482" y="3662171"/>
              <a:ext cx="1758523" cy="1787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BC867CF-56C7-AB3D-13DD-062BCD1E4EFB}"/>
                </a:ext>
              </a:extLst>
            </p:cNvPr>
            <p:cNvCxnSpPr/>
            <p:nvPr/>
          </p:nvCxnSpPr>
          <p:spPr>
            <a:xfrm>
              <a:off x="-216480" y="4321265"/>
              <a:ext cx="2257264" cy="11465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149CADB-DD31-8F8E-9BF3-7392A0CD7640}"/>
                </a:ext>
              </a:extLst>
            </p:cNvPr>
            <p:cNvCxnSpPr/>
            <p:nvPr/>
          </p:nvCxnSpPr>
          <p:spPr>
            <a:xfrm>
              <a:off x="-421598" y="4861981"/>
              <a:ext cx="2460121" cy="6149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D7E5BCD-F51F-9E31-3738-624EC7A0E41F}"/>
                </a:ext>
              </a:extLst>
            </p:cNvPr>
            <p:cNvCxnSpPr>
              <a:stCxn id="70" idx="2"/>
            </p:cNvCxnSpPr>
            <p:nvPr/>
          </p:nvCxnSpPr>
          <p:spPr>
            <a:xfrm>
              <a:off x="-475949" y="5435245"/>
              <a:ext cx="2507504" cy="54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4DB9439-9905-49A9-1B51-174A0E074723}"/>
                </a:ext>
              </a:extLst>
            </p:cNvPr>
            <p:cNvCxnSpPr/>
            <p:nvPr/>
          </p:nvCxnSpPr>
          <p:spPr>
            <a:xfrm flipV="1">
              <a:off x="-413986" y="5464501"/>
              <a:ext cx="2459478" cy="5854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08C7BCD-AE36-573E-1796-726AB475003D}"/>
                </a:ext>
              </a:extLst>
            </p:cNvPr>
            <p:cNvCxnSpPr>
              <a:stCxn id="70" idx="3"/>
            </p:cNvCxnSpPr>
            <p:nvPr/>
          </p:nvCxnSpPr>
          <p:spPr>
            <a:xfrm flipV="1">
              <a:off x="258482" y="5459242"/>
              <a:ext cx="1790116" cy="17490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DB64526-1C9D-CC46-DF41-02D514CC0263}"/>
                </a:ext>
              </a:extLst>
            </p:cNvPr>
            <p:cNvCxnSpPr/>
            <p:nvPr/>
          </p:nvCxnSpPr>
          <p:spPr>
            <a:xfrm flipH="1">
              <a:off x="2045492" y="5459242"/>
              <a:ext cx="249356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A46CE04-7EB9-0F94-199D-143EE972B84E}"/>
                </a:ext>
              </a:extLst>
            </p:cNvPr>
            <p:cNvCxnSpPr>
              <a:stCxn id="70" idx="5"/>
            </p:cNvCxnSpPr>
            <p:nvPr/>
          </p:nvCxnSpPr>
          <p:spPr>
            <a:xfrm flipH="1" flipV="1">
              <a:off x="2045492" y="5467796"/>
              <a:ext cx="1759137" cy="1740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CA3FD41-A04D-4AA6-5B1C-3A045EE61D6D}"/>
                </a:ext>
              </a:extLst>
            </p:cNvPr>
            <p:cNvCxnSpPr>
              <a:stCxn id="70" idx="4"/>
            </p:cNvCxnSpPr>
            <p:nvPr/>
          </p:nvCxnSpPr>
          <p:spPr>
            <a:xfrm flipV="1">
              <a:off x="2031556" y="5476979"/>
              <a:ext cx="6967" cy="24657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64C9E1B-00B7-3DA5-2DCF-7B8D4B5BB432}"/>
                </a:ext>
              </a:extLst>
            </p:cNvPr>
            <p:cNvCxnSpPr>
              <a:endCxn id="12" idx="5"/>
            </p:cNvCxnSpPr>
            <p:nvPr/>
          </p:nvCxnSpPr>
          <p:spPr>
            <a:xfrm flipH="1" flipV="1">
              <a:off x="2110021" y="5584971"/>
              <a:ext cx="1225458" cy="20032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5E8DE5A-910E-3B6D-7FCA-3F28B35F90C1}"/>
                </a:ext>
              </a:extLst>
            </p:cNvPr>
            <p:cNvCxnSpPr/>
            <p:nvPr/>
          </p:nvCxnSpPr>
          <p:spPr>
            <a:xfrm flipH="1" flipV="1">
              <a:off x="2023361" y="5450032"/>
              <a:ext cx="756562" cy="23825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5FED339-FA8C-F04A-6C96-0D5ECA09E7B4}"/>
                </a:ext>
              </a:extLst>
            </p:cNvPr>
            <p:cNvCxnSpPr/>
            <p:nvPr/>
          </p:nvCxnSpPr>
          <p:spPr>
            <a:xfrm flipV="1">
              <a:off x="-161403" y="5476979"/>
              <a:ext cx="2184764" cy="12128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9A2EAF3-C641-DD0B-7523-F47361F18F2D}"/>
                </a:ext>
              </a:extLst>
            </p:cNvPr>
            <p:cNvCxnSpPr/>
            <p:nvPr/>
          </p:nvCxnSpPr>
          <p:spPr>
            <a:xfrm flipV="1">
              <a:off x="743684" y="5493035"/>
              <a:ext cx="1287870" cy="21138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D45951F-397D-C51E-66AE-A19AB703BDB7}"/>
                </a:ext>
              </a:extLst>
            </p:cNvPr>
            <p:cNvCxnSpPr/>
            <p:nvPr/>
          </p:nvCxnSpPr>
          <p:spPr>
            <a:xfrm flipV="1">
              <a:off x="1387620" y="5479697"/>
              <a:ext cx="628993" cy="23881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7B4FBF5-1F88-C454-02F3-DB56E919352E}"/>
                </a:ext>
              </a:extLst>
            </p:cNvPr>
            <p:cNvCxnSpPr/>
            <p:nvPr/>
          </p:nvCxnSpPr>
          <p:spPr>
            <a:xfrm flipH="1" flipV="1">
              <a:off x="1999199" y="5473054"/>
              <a:ext cx="2187234" cy="1225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8EDBBA5-56FC-FB2E-D748-C091EE4B476B}"/>
                </a:ext>
              </a:extLst>
            </p:cNvPr>
            <p:cNvCxnSpPr/>
            <p:nvPr/>
          </p:nvCxnSpPr>
          <p:spPr>
            <a:xfrm flipH="1" flipV="1">
              <a:off x="2031554" y="5479697"/>
              <a:ext cx="2451546" cy="4915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3834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82D3A-B69F-59E9-BA52-E0C2E9A4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F883-101C-9D25-C454-BFD529DC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</a:t>
            </a:r>
            <a:r>
              <a:rPr lang="sk-SK" dirty="0"/>
              <a:t>óda VFH+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DBE50-91F6-6FEA-8316-F6D949F36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843CC4-9A79-08C2-1485-1A73B891FE5D}"/>
              </a:ext>
            </a:extLst>
          </p:cNvPr>
          <p:cNvCxnSpPr>
            <a:cxnSpLocks/>
          </p:cNvCxnSpPr>
          <p:nvPr/>
        </p:nvCxnSpPr>
        <p:spPr>
          <a:xfrm>
            <a:off x="1694576" y="5444455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7AFFDB-A150-08AC-D1E7-C67AD5749913}"/>
              </a:ext>
            </a:extLst>
          </p:cNvPr>
          <p:cNvCxnSpPr/>
          <p:nvPr/>
        </p:nvCxnSpPr>
        <p:spPr>
          <a:xfrm flipV="1">
            <a:off x="2038525" y="2583809"/>
            <a:ext cx="0" cy="321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BE871D23-280B-FBA9-6331-9BFCFB91D8C3}"/>
              </a:ext>
            </a:extLst>
          </p:cNvPr>
          <p:cNvSpPr/>
          <p:nvPr/>
        </p:nvSpPr>
        <p:spPr>
          <a:xfrm rot="3185048">
            <a:off x="4922162" y="2801924"/>
            <a:ext cx="562060" cy="503331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F54514-3ADF-297E-FF27-D0EC3F8FA745}"/>
                  </a:ext>
                </a:extLst>
              </p:cNvPr>
              <p:cNvSpPr/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F54514-3ADF-297E-FF27-D0EC3F8FA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43" y="5393157"/>
                <a:ext cx="46807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09BF8E-56DC-10EF-FA6E-FF47C74B196C}"/>
                  </a:ext>
                </a:extLst>
              </p:cNvPr>
              <p:cNvSpPr/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09BF8E-56DC-10EF-FA6E-FF47C74B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106" y="2677740"/>
                <a:ext cx="472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840934-1598-E861-C7D4-A64A97D7340C}"/>
              </a:ext>
            </a:extLst>
          </p:cNvPr>
          <p:cNvCxnSpPr/>
          <p:nvPr/>
        </p:nvCxnSpPr>
        <p:spPr>
          <a:xfrm flipV="1">
            <a:off x="2038525" y="3053589"/>
            <a:ext cx="3164667" cy="23908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E48BC4-B0A6-58E2-9F36-51A1A9CC5E70}"/>
              </a:ext>
            </a:extLst>
          </p:cNvPr>
          <p:cNvCxnSpPr/>
          <p:nvPr/>
        </p:nvCxnSpPr>
        <p:spPr>
          <a:xfrm flipH="1">
            <a:off x="2038525" y="3053589"/>
            <a:ext cx="31646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FBAD82-E1CD-9D0F-89D4-1EC1B7243DE5}"/>
              </a:ext>
            </a:extLst>
          </p:cNvPr>
          <p:cNvCxnSpPr/>
          <p:nvPr/>
        </p:nvCxnSpPr>
        <p:spPr>
          <a:xfrm>
            <a:off x="5203192" y="3053589"/>
            <a:ext cx="0" cy="23908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5D417-5587-B745-AA5D-FDE6D627578D}"/>
              </a:ext>
            </a:extLst>
          </p:cNvPr>
          <p:cNvSpPr/>
          <p:nvPr/>
        </p:nvSpPr>
        <p:spPr>
          <a:xfrm rot="5400000">
            <a:off x="1828991" y="5192790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A93F7C-85FF-73AB-1B8A-57170AE3C79C}"/>
              </a:ext>
            </a:extLst>
          </p:cNvPr>
          <p:cNvSpPr txBox="1"/>
          <p:nvPr/>
        </p:nvSpPr>
        <p:spPr>
          <a:xfrm>
            <a:off x="2070510" y="5622966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začiatok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08BC5-1798-16A5-667A-334342839129}"/>
              </a:ext>
            </a:extLst>
          </p:cNvPr>
          <p:cNvSpPr txBox="1"/>
          <p:nvPr/>
        </p:nvSpPr>
        <p:spPr>
          <a:xfrm>
            <a:off x="5476951" y="2831628"/>
            <a:ext cx="81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Koniec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EFA9B-31A8-FA27-C8D3-CADC87D4F059}"/>
              </a:ext>
            </a:extLst>
          </p:cNvPr>
          <p:cNvSpPr txBox="1"/>
          <p:nvPr/>
        </p:nvSpPr>
        <p:spPr>
          <a:xfrm>
            <a:off x="1535667" y="484664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1.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F3754E-8F24-59EB-6105-F35D276B6FD6}"/>
              </a:ext>
            </a:extLst>
          </p:cNvPr>
          <p:cNvSpPr/>
          <p:nvPr/>
        </p:nvSpPr>
        <p:spPr>
          <a:xfrm>
            <a:off x="3649211" y="3523376"/>
            <a:ext cx="679482" cy="1690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2821E4-EC7E-4FB4-EA1E-7819B6700304}"/>
                  </a:ext>
                </a:extLst>
              </p:cNvPr>
              <p:cNvSpPr txBox="1"/>
              <p:nvPr/>
            </p:nvSpPr>
            <p:spPr>
              <a:xfrm>
                <a:off x="6096000" y="3281105"/>
                <a:ext cx="3956596" cy="1892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k-SK" dirty="0"/>
                  <a:t>A zistí ako sú tieto sektory obsadené</a:t>
                </a:r>
              </a:p>
              <a:p>
                <a:r>
                  <a:rPr lang="sk-SK" dirty="0"/>
                  <a:t>Meraniami z laserového diaľkomeru</a:t>
                </a:r>
              </a:p>
              <a:p>
                <a:r>
                  <a:rPr lang="sk-SK" dirty="0"/>
                  <a:t>Podľa vzorcov</a:t>
                </a:r>
                <a:endParaRPr lang="sk-SK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k-SK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sk-S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sk-S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2821E4-EC7E-4FB4-EA1E-7819B6700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81105"/>
                <a:ext cx="3956596" cy="1892313"/>
              </a:xfrm>
              <a:prstGeom prst="rect">
                <a:avLst/>
              </a:prstGeom>
              <a:blipFill>
                <a:blip r:embed="rId4"/>
                <a:stretch>
                  <a:fillRect l="-1233" t="-1929" r="-46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9A2291-8356-9BCB-BFC5-A52095DA4929}"/>
              </a:ext>
            </a:extLst>
          </p:cNvPr>
          <p:cNvCxnSpPr>
            <a:cxnSpLocks/>
          </p:cNvCxnSpPr>
          <p:nvPr/>
        </p:nvCxnSpPr>
        <p:spPr>
          <a:xfrm flipV="1">
            <a:off x="2025619" y="3329930"/>
            <a:ext cx="0" cy="2105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AD1744D-F9F7-D5C6-B169-37C3A81DF465}"/>
              </a:ext>
            </a:extLst>
          </p:cNvPr>
          <p:cNvGrpSpPr/>
          <p:nvPr/>
        </p:nvGrpSpPr>
        <p:grpSpPr>
          <a:xfrm>
            <a:off x="-475949" y="2927740"/>
            <a:ext cx="5015009" cy="5015009"/>
            <a:chOff x="-475949" y="2927740"/>
            <a:chExt cx="5015009" cy="5015009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AFB52AC-3081-A286-1FC5-48DAD05FD91A}"/>
                </a:ext>
              </a:extLst>
            </p:cNvPr>
            <p:cNvSpPr/>
            <p:nvPr/>
          </p:nvSpPr>
          <p:spPr>
            <a:xfrm>
              <a:off x="-475949" y="2927740"/>
              <a:ext cx="5015009" cy="5015009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443943C-53AD-0DD0-428C-809BB42D884B}"/>
                </a:ext>
              </a:extLst>
            </p:cNvPr>
            <p:cNvCxnSpPr/>
            <p:nvPr/>
          </p:nvCxnSpPr>
          <p:spPr>
            <a:xfrm flipV="1">
              <a:off x="2038525" y="4914900"/>
              <a:ext cx="2444575" cy="529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4D054A7-51A3-CA16-E3B9-30ED7FF97B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524" y="4173895"/>
              <a:ext cx="2156463" cy="12705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19E373B-2276-EEAF-4642-FE26B74BFFD1}"/>
                </a:ext>
              </a:extLst>
            </p:cNvPr>
            <p:cNvCxnSpPr>
              <a:stCxn id="70" idx="7"/>
            </p:cNvCxnSpPr>
            <p:nvPr/>
          </p:nvCxnSpPr>
          <p:spPr>
            <a:xfrm flipH="1">
              <a:off x="2038524" y="3662171"/>
              <a:ext cx="1766105" cy="1779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8E5F90D-EF17-C483-D37E-F5AB7168E057}"/>
                </a:ext>
              </a:extLst>
            </p:cNvPr>
            <p:cNvCxnSpPr/>
            <p:nvPr/>
          </p:nvCxnSpPr>
          <p:spPr>
            <a:xfrm flipH="1">
              <a:off x="2025618" y="3218724"/>
              <a:ext cx="1183841" cy="22313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B3CBA41-D395-ED41-59CD-D0077B0DF439}"/>
                </a:ext>
              </a:extLst>
            </p:cNvPr>
            <p:cNvCxnSpPr/>
            <p:nvPr/>
          </p:nvCxnSpPr>
          <p:spPr>
            <a:xfrm flipH="1">
              <a:off x="2024611" y="2982282"/>
              <a:ext cx="534582" cy="24594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A6CFE65-A44B-EF9F-2A89-AF5AF7DBDD1E}"/>
                </a:ext>
              </a:extLst>
            </p:cNvPr>
            <p:cNvCxnSpPr>
              <a:stCxn id="70" idx="0"/>
            </p:cNvCxnSpPr>
            <p:nvPr/>
          </p:nvCxnSpPr>
          <p:spPr>
            <a:xfrm flipH="1">
              <a:off x="2017350" y="2927740"/>
              <a:ext cx="14206" cy="2522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F09BBEA-A9A3-D3D0-DA04-9657CB1D544B}"/>
                </a:ext>
              </a:extLst>
            </p:cNvPr>
            <p:cNvCxnSpPr/>
            <p:nvPr/>
          </p:nvCxnSpPr>
          <p:spPr>
            <a:xfrm flipH="1" flipV="1">
              <a:off x="1476551" y="2982282"/>
              <a:ext cx="540454" cy="24677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251348E-6981-80A8-B028-84812D2DF0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25" y="3218724"/>
              <a:ext cx="1199236" cy="22313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36B21A9-2D09-02E9-BB82-CA9ACFC79D3A}"/>
                </a:ext>
              </a:extLst>
            </p:cNvPr>
            <p:cNvCxnSpPr>
              <a:stCxn id="70" idx="1"/>
            </p:cNvCxnSpPr>
            <p:nvPr/>
          </p:nvCxnSpPr>
          <p:spPr>
            <a:xfrm>
              <a:off x="258482" y="3662171"/>
              <a:ext cx="1758523" cy="1787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6714B11-1D59-134C-D4B3-84D7249A2CB1}"/>
                </a:ext>
              </a:extLst>
            </p:cNvPr>
            <p:cNvCxnSpPr/>
            <p:nvPr/>
          </p:nvCxnSpPr>
          <p:spPr>
            <a:xfrm>
              <a:off x="-216480" y="4321265"/>
              <a:ext cx="2257264" cy="11465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03B1490-06FE-CDAE-ABB5-C0A728594822}"/>
                </a:ext>
              </a:extLst>
            </p:cNvPr>
            <p:cNvCxnSpPr/>
            <p:nvPr/>
          </p:nvCxnSpPr>
          <p:spPr>
            <a:xfrm>
              <a:off x="-421598" y="4861981"/>
              <a:ext cx="2460121" cy="6149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624E5F7-D5A9-D128-C3C1-DF3EA7BB6C6C}"/>
                </a:ext>
              </a:extLst>
            </p:cNvPr>
            <p:cNvCxnSpPr>
              <a:stCxn id="70" idx="2"/>
            </p:cNvCxnSpPr>
            <p:nvPr/>
          </p:nvCxnSpPr>
          <p:spPr>
            <a:xfrm>
              <a:off x="-475949" y="5435245"/>
              <a:ext cx="2507504" cy="54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E58D636-E920-7155-9908-6894F3C0774B}"/>
                </a:ext>
              </a:extLst>
            </p:cNvPr>
            <p:cNvCxnSpPr/>
            <p:nvPr/>
          </p:nvCxnSpPr>
          <p:spPr>
            <a:xfrm flipV="1">
              <a:off x="-413986" y="5464501"/>
              <a:ext cx="2459478" cy="5854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48055B1-1541-8A49-3B70-A2F203DAC419}"/>
                </a:ext>
              </a:extLst>
            </p:cNvPr>
            <p:cNvCxnSpPr>
              <a:stCxn id="70" idx="3"/>
            </p:cNvCxnSpPr>
            <p:nvPr/>
          </p:nvCxnSpPr>
          <p:spPr>
            <a:xfrm flipV="1">
              <a:off x="258482" y="5459242"/>
              <a:ext cx="1790116" cy="17490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1C4DD42-57AF-309F-BEA5-707847E2EB26}"/>
                </a:ext>
              </a:extLst>
            </p:cNvPr>
            <p:cNvCxnSpPr/>
            <p:nvPr/>
          </p:nvCxnSpPr>
          <p:spPr>
            <a:xfrm flipH="1">
              <a:off x="2045492" y="5459242"/>
              <a:ext cx="249356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85CCD94-7B61-CC42-2DE9-4D39DB6FD24E}"/>
                </a:ext>
              </a:extLst>
            </p:cNvPr>
            <p:cNvCxnSpPr>
              <a:stCxn id="70" idx="5"/>
            </p:cNvCxnSpPr>
            <p:nvPr/>
          </p:nvCxnSpPr>
          <p:spPr>
            <a:xfrm flipH="1" flipV="1">
              <a:off x="2045492" y="5467796"/>
              <a:ext cx="1759137" cy="1740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74BC6F5-20AC-3E88-FBD9-EFF4A64D48DE}"/>
                </a:ext>
              </a:extLst>
            </p:cNvPr>
            <p:cNvCxnSpPr>
              <a:stCxn id="70" idx="4"/>
            </p:cNvCxnSpPr>
            <p:nvPr/>
          </p:nvCxnSpPr>
          <p:spPr>
            <a:xfrm flipV="1">
              <a:off x="2031556" y="5476979"/>
              <a:ext cx="6967" cy="24657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3C83D5F-484A-C788-164F-B0EEC6B5DDB8}"/>
                </a:ext>
              </a:extLst>
            </p:cNvPr>
            <p:cNvCxnSpPr>
              <a:endCxn id="12" idx="5"/>
            </p:cNvCxnSpPr>
            <p:nvPr/>
          </p:nvCxnSpPr>
          <p:spPr>
            <a:xfrm flipH="1" flipV="1">
              <a:off x="2110021" y="5584971"/>
              <a:ext cx="1225458" cy="20032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9261E8A-0EDC-4854-B1AE-CE0EAD2D7454}"/>
                </a:ext>
              </a:extLst>
            </p:cNvPr>
            <p:cNvCxnSpPr/>
            <p:nvPr/>
          </p:nvCxnSpPr>
          <p:spPr>
            <a:xfrm flipH="1" flipV="1">
              <a:off x="2023361" y="5450032"/>
              <a:ext cx="756562" cy="23825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5EC3602-4D95-C1F2-B56D-EF846DFD6A91}"/>
                </a:ext>
              </a:extLst>
            </p:cNvPr>
            <p:cNvCxnSpPr/>
            <p:nvPr/>
          </p:nvCxnSpPr>
          <p:spPr>
            <a:xfrm flipV="1">
              <a:off x="-161403" y="5476979"/>
              <a:ext cx="2184764" cy="12128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89A115D-A1D0-F563-F2A7-84DC6E157E6B}"/>
                </a:ext>
              </a:extLst>
            </p:cNvPr>
            <p:cNvCxnSpPr/>
            <p:nvPr/>
          </p:nvCxnSpPr>
          <p:spPr>
            <a:xfrm flipV="1">
              <a:off x="743684" y="5493035"/>
              <a:ext cx="1287870" cy="21138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F7C9F6E-BD07-372E-84EE-9AD8CF8F8B75}"/>
                </a:ext>
              </a:extLst>
            </p:cNvPr>
            <p:cNvCxnSpPr/>
            <p:nvPr/>
          </p:nvCxnSpPr>
          <p:spPr>
            <a:xfrm flipV="1">
              <a:off x="1387620" y="5479697"/>
              <a:ext cx="628993" cy="23881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B0B2E93-28A6-8BAA-A3E5-51477D249292}"/>
                </a:ext>
              </a:extLst>
            </p:cNvPr>
            <p:cNvCxnSpPr/>
            <p:nvPr/>
          </p:nvCxnSpPr>
          <p:spPr>
            <a:xfrm flipH="1" flipV="1">
              <a:off x="1999199" y="5473054"/>
              <a:ext cx="2187234" cy="1225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E935DE0-B22B-5B17-C5EA-2CFD77BE1BCD}"/>
                </a:ext>
              </a:extLst>
            </p:cNvPr>
            <p:cNvCxnSpPr/>
            <p:nvPr/>
          </p:nvCxnSpPr>
          <p:spPr>
            <a:xfrm flipH="1" flipV="1">
              <a:off x="2031554" y="5479697"/>
              <a:ext cx="2451546" cy="4915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4BF00B7C-2FCB-A133-BA2E-4808D96E997A}"/>
              </a:ext>
            </a:extLst>
          </p:cNvPr>
          <p:cNvSpPr/>
          <p:nvPr/>
        </p:nvSpPr>
        <p:spPr>
          <a:xfrm>
            <a:off x="3613652" y="3555233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27C108-B516-6BAE-AEDF-47C2137EE68F}"/>
              </a:ext>
            </a:extLst>
          </p:cNvPr>
          <p:cNvSpPr/>
          <p:nvPr/>
        </p:nvSpPr>
        <p:spPr>
          <a:xfrm>
            <a:off x="3636861" y="3712338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413ADD5-739A-E41B-C61F-C6F33DD124C1}"/>
              </a:ext>
            </a:extLst>
          </p:cNvPr>
          <p:cNvSpPr/>
          <p:nvPr/>
        </p:nvSpPr>
        <p:spPr>
          <a:xfrm>
            <a:off x="3619959" y="3938091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136EE5-E290-8D62-127D-7F5CD44DA23C}"/>
              </a:ext>
            </a:extLst>
          </p:cNvPr>
          <p:cNvSpPr/>
          <p:nvPr/>
        </p:nvSpPr>
        <p:spPr>
          <a:xfrm>
            <a:off x="3600009" y="4188886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F53F54-4060-83B1-B03B-FAA86FB106BB}"/>
              </a:ext>
            </a:extLst>
          </p:cNvPr>
          <p:cNvSpPr/>
          <p:nvPr/>
        </p:nvSpPr>
        <p:spPr>
          <a:xfrm>
            <a:off x="3628311" y="4367073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3B5CC4-51EE-14A1-4B38-95C44B02D26D}"/>
              </a:ext>
            </a:extLst>
          </p:cNvPr>
          <p:cNvSpPr/>
          <p:nvPr/>
        </p:nvSpPr>
        <p:spPr>
          <a:xfrm>
            <a:off x="3585278" y="4627366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A90755-7827-9B24-52AC-2467A1B14136}"/>
              </a:ext>
            </a:extLst>
          </p:cNvPr>
          <p:cNvSpPr/>
          <p:nvPr/>
        </p:nvSpPr>
        <p:spPr>
          <a:xfrm>
            <a:off x="3640164" y="4811420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91A5059-1B6C-731B-F511-71C05C873B47}"/>
              </a:ext>
            </a:extLst>
          </p:cNvPr>
          <p:cNvSpPr/>
          <p:nvPr/>
        </p:nvSpPr>
        <p:spPr>
          <a:xfrm>
            <a:off x="3580235" y="4972150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83700D-13AA-6DA2-AC29-E59A31E6F03E}"/>
              </a:ext>
            </a:extLst>
          </p:cNvPr>
          <p:cNvSpPr/>
          <p:nvPr/>
        </p:nvSpPr>
        <p:spPr>
          <a:xfrm>
            <a:off x="3600009" y="5169480"/>
            <a:ext cx="46154" cy="46154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8247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6F059A1-4F9E-9C73-7FED-1B285D7107D6}"/>
              </a:ext>
            </a:extLst>
          </p:cNvPr>
          <p:cNvSpPr/>
          <p:nvPr/>
        </p:nvSpPr>
        <p:spPr>
          <a:xfrm>
            <a:off x="4055290" y="2538906"/>
            <a:ext cx="1356815" cy="1356815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B03C21-EB97-4389-85D8-B760B537CBD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sk-SK" dirty="0"/>
                  <a:t>Ako nájsť, či bod patrí do sektora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sk-SK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B03C21-EB97-4389-85D8-B760B537CB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645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313404-530A-4278-BB5E-E0FD3C44A9FA}"/>
              </a:ext>
            </a:extLst>
          </p:cNvPr>
          <p:cNvCxnSpPr>
            <a:cxnSpLocks/>
          </p:cNvCxnSpPr>
          <p:nvPr/>
        </p:nvCxnSpPr>
        <p:spPr>
          <a:xfrm>
            <a:off x="1325460" y="3959604"/>
            <a:ext cx="71558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DE1121-3CCC-454B-8DD4-8B5A553C62EC}"/>
              </a:ext>
            </a:extLst>
          </p:cNvPr>
          <p:cNvCxnSpPr>
            <a:cxnSpLocks/>
          </p:cNvCxnSpPr>
          <p:nvPr/>
        </p:nvCxnSpPr>
        <p:spPr>
          <a:xfrm flipH="1" flipV="1">
            <a:off x="1669408" y="3197801"/>
            <a:ext cx="1" cy="1114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445E09-9670-41A7-8028-80E08692BC4A}"/>
                  </a:ext>
                </a:extLst>
              </p:cNvPr>
              <p:cNvSpPr/>
              <p:nvPr/>
            </p:nvSpPr>
            <p:spPr>
              <a:xfrm>
                <a:off x="7872527" y="3908306"/>
                <a:ext cx="4680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445E09-9670-41A7-8028-80E08692BC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527" y="3908306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4C7A67F-D36E-49BB-8E30-A8EA2544D443}"/>
                  </a:ext>
                </a:extLst>
              </p:cNvPr>
              <p:cNvSpPr/>
              <p:nvPr/>
            </p:nvSpPr>
            <p:spPr>
              <a:xfrm>
                <a:off x="1325460" y="2616823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4C7A67F-D36E-49BB-8E30-A8EA2544D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460" y="2616823"/>
                <a:ext cx="4729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ECF1681-339B-49C5-8E58-65244C52D690}"/>
              </a:ext>
            </a:extLst>
          </p:cNvPr>
          <p:cNvSpPr/>
          <p:nvPr/>
        </p:nvSpPr>
        <p:spPr>
          <a:xfrm rot="5400000">
            <a:off x="1459875" y="3707939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C6D92-7F6E-463C-B86F-26262DF4B6BC}"/>
              </a:ext>
            </a:extLst>
          </p:cNvPr>
          <p:cNvSpPr txBox="1"/>
          <p:nvPr/>
        </p:nvSpPr>
        <p:spPr>
          <a:xfrm>
            <a:off x="1701394" y="4138115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začiatok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1EFC78-7B7D-4418-9688-7AF83B6A1F99}"/>
              </a:ext>
            </a:extLst>
          </p:cNvPr>
          <p:cNvSpPr txBox="1"/>
          <p:nvPr/>
        </p:nvSpPr>
        <p:spPr>
          <a:xfrm>
            <a:off x="1166551" y="336179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1.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690B53-F51F-4E49-800B-487C282B8D62}"/>
              </a:ext>
            </a:extLst>
          </p:cNvPr>
          <p:cNvCxnSpPr>
            <a:cxnSpLocks/>
            <a:endCxn id="28" idx="5"/>
          </p:cNvCxnSpPr>
          <p:nvPr/>
        </p:nvCxnSpPr>
        <p:spPr>
          <a:xfrm flipV="1">
            <a:off x="1692115" y="3236825"/>
            <a:ext cx="3025419" cy="7389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81E0A9A3-5131-4E7E-9EBE-0CE5B1EC9003}"/>
              </a:ext>
            </a:extLst>
          </p:cNvPr>
          <p:cNvSpPr/>
          <p:nvPr/>
        </p:nvSpPr>
        <p:spPr>
          <a:xfrm flipH="1">
            <a:off x="4710839" y="3197801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71D105A5-B4E5-42C6-8860-21EC1875A078}"/>
              </a:ext>
            </a:extLst>
          </p:cNvPr>
          <p:cNvSpPr/>
          <p:nvPr/>
        </p:nvSpPr>
        <p:spPr>
          <a:xfrm>
            <a:off x="2717174" y="3664167"/>
            <a:ext cx="472950" cy="667003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65E2CB0-BE5C-480E-9536-FA3862304B20}"/>
                  </a:ext>
                </a:extLst>
              </p:cNvPr>
              <p:cNvSpPr txBox="1"/>
              <p:nvPr/>
            </p:nvSpPr>
            <p:spPr>
              <a:xfrm>
                <a:off x="2672225" y="3678949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65E2CB0-BE5C-480E-9536-FA3862304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225" y="3678949"/>
                <a:ext cx="281424" cy="276999"/>
              </a:xfrm>
              <a:prstGeom prst="rect">
                <a:avLst/>
              </a:prstGeom>
              <a:blipFill>
                <a:blip r:embed="rId5"/>
                <a:stretch>
                  <a:fillRect l="-8511" r="-6383" b="-20000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A0B629-63E1-D280-799A-98E18CED6387}"/>
              </a:ext>
            </a:extLst>
          </p:cNvPr>
          <p:cNvCxnSpPr/>
          <p:nvPr/>
        </p:nvCxnSpPr>
        <p:spPr>
          <a:xfrm flipV="1">
            <a:off x="1676465" y="2538906"/>
            <a:ext cx="2939978" cy="142435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8B53AE-E3BD-DFC5-8B54-6BA2DA8504F5}"/>
              </a:ext>
            </a:extLst>
          </p:cNvPr>
          <p:cNvCxnSpPr>
            <a:endCxn id="3" idx="4"/>
          </p:cNvCxnSpPr>
          <p:nvPr/>
        </p:nvCxnSpPr>
        <p:spPr>
          <a:xfrm flipV="1">
            <a:off x="1663354" y="3895721"/>
            <a:ext cx="3070344" cy="8005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90AC09-6E74-88CD-DE39-6364BA17DD74}"/>
              </a:ext>
            </a:extLst>
          </p:cNvPr>
          <p:cNvCxnSpPr/>
          <p:nvPr/>
        </p:nvCxnSpPr>
        <p:spPr>
          <a:xfrm flipV="1">
            <a:off x="1692115" y="3958890"/>
            <a:ext cx="4162585" cy="29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FAA2D7-D0B3-EE95-47F9-05025C29B358}"/>
              </a:ext>
            </a:extLst>
          </p:cNvPr>
          <p:cNvCxnSpPr>
            <a:cxnSpLocks/>
          </p:cNvCxnSpPr>
          <p:nvPr/>
        </p:nvCxnSpPr>
        <p:spPr>
          <a:xfrm flipV="1">
            <a:off x="1596313" y="3012510"/>
            <a:ext cx="5158071" cy="991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55A1F7-1890-225E-E7DF-89F03856CBD8}"/>
              </a:ext>
            </a:extLst>
          </p:cNvPr>
          <p:cNvCxnSpPr/>
          <p:nvPr/>
        </p:nvCxnSpPr>
        <p:spPr>
          <a:xfrm flipV="1">
            <a:off x="1692115" y="1862763"/>
            <a:ext cx="4644313" cy="2110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5C0BED-59CA-C98F-A64A-707009D422B5}"/>
              </a:ext>
            </a:extLst>
          </p:cNvPr>
          <p:cNvCxnSpPr/>
          <p:nvPr/>
        </p:nvCxnSpPr>
        <p:spPr>
          <a:xfrm flipV="1">
            <a:off x="1700060" y="1008433"/>
            <a:ext cx="3646640" cy="2979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ADDAA2-21A9-FF8F-0A5C-018FAAAE5839}"/>
                  </a:ext>
                </a:extLst>
              </p:cNvPr>
              <p:cNvSpPr txBox="1"/>
              <p:nvPr/>
            </p:nvSpPr>
            <p:spPr>
              <a:xfrm>
                <a:off x="6076592" y="3414509"/>
                <a:ext cx="483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EADDAA2-21A9-FF8F-0A5C-018FAAAE5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592" y="3414509"/>
                <a:ext cx="4838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77A75A-9C26-F7FE-C1B5-422676C10314}"/>
                  </a:ext>
                </a:extLst>
              </p:cNvPr>
              <p:cNvSpPr txBox="1"/>
              <p:nvPr/>
            </p:nvSpPr>
            <p:spPr>
              <a:xfrm>
                <a:off x="5631224" y="2433346"/>
                <a:ext cx="489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77A75A-9C26-F7FE-C1B5-422676C10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224" y="2433346"/>
                <a:ext cx="4891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6783AA3-4A53-CFA7-4829-4DB1AE2B9B45}"/>
                  </a:ext>
                </a:extLst>
              </p:cNvPr>
              <p:cNvSpPr txBox="1"/>
              <p:nvPr/>
            </p:nvSpPr>
            <p:spPr>
              <a:xfrm>
                <a:off x="5071828" y="1576196"/>
                <a:ext cx="489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6783AA3-4A53-CFA7-4829-4DB1AE2B9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828" y="1576196"/>
                <a:ext cx="489172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5A8AA89-D9F3-B28F-2BAF-363FF2AF7AC3}"/>
                  </a:ext>
                </a:extLst>
              </p:cNvPr>
              <p:cNvSpPr txBox="1"/>
              <p:nvPr/>
            </p:nvSpPr>
            <p:spPr>
              <a:xfrm>
                <a:off x="1896260" y="4562724"/>
                <a:ext cx="7787489" cy="1642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k-SK" dirty="0"/>
                  <a:t>Každý bod môže patriť viacero sektorom podľa toho kde zasahuje jeho zväčšenie o bezpečnú vzdialenosť. </a:t>
                </a:r>
                <a:br>
                  <a:rPr lang="sk-SK" dirty="0"/>
                </a:br>
                <a:endParaRPr lang="sk-SK" dirty="0"/>
              </a:p>
              <a:p>
                <a:r>
                  <a:rPr lang="sk-SK" dirty="0"/>
                  <a:t>Bod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k-SK" dirty="0"/>
                  <a:t> patrí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sk-SK" dirty="0"/>
                  <a:t> ak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sk-SK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sk-S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sk-SK" dirty="0"/>
              </a:p>
              <a:p>
                <a:r>
                  <a:rPr lang="sk-SK" dirty="0"/>
                  <a:t>					Kde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sk-SK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5A8AA89-D9F3-B28F-2BAF-363FF2AF7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260" y="4562724"/>
                <a:ext cx="7787489" cy="1642822"/>
              </a:xfrm>
              <a:prstGeom prst="rect">
                <a:avLst/>
              </a:prstGeom>
              <a:blipFill>
                <a:blip r:embed="rId9"/>
                <a:stretch>
                  <a:fillRect l="-626" t="-222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DECF93-C040-43F6-21A1-6047F14FDB3A}"/>
              </a:ext>
            </a:extLst>
          </p:cNvPr>
          <p:cNvCxnSpPr>
            <a:stCxn id="28" idx="0"/>
            <a:endCxn id="3" idx="4"/>
          </p:cNvCxnSpPr>
          <p:nvPr/>
        </p:nvCxnSpPr>
        <p:spPr>
          <a:xfrm>
            <a:off x="4733698" y="3197801"/>
            <a:ext cx="0" cy="69792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205DC08-4096-5C34-E375-F60BE51CC9E3}"/>
                  </a:ext>
                </a:extLst>
              </p:cNvPr>
              <p:cNvSpPr txBox="1"/>
              <p:nvPr/>
            </p:nvSpPr>
            <p:spPr>
              <a:xfrm rot="5400000">
                <a:off x="4709832" y="3406028"/>
                <a:ext cx="419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205DC08-4096-5C34-E375-F60BE51C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709832" y="3406028"/>
                <a:ext cx="41902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328A5A-6882-2B3A-C20F-CA6481DC2551}"/>
                  </a:ext>
                </a:extLst>
              </p:cNvPr>
              <p:cNvSpPr txBox="1"/>
              <p:nvPr/>
            </p:nvSpPr>
            <p:spPr>
              <a:xfrm rot="20826878">
                <a:off x="2892223" y="2928391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328A5A-6882-2B3A-C20F-CA6481DC2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26878">
                <a:off x="2892223" y="2928391"/>
                <a:ext cx="276614" cy="276999"/>
              </a:xfrm>
              <a:prstGeom prst="rect">
                <a:avLst/>
              </a:prstGeom>
              <a:blipFill>
                <a:blip r:embed="rId11"/>
                <a:stretch>
                  <a:fillRect l="-10714" r="-7143" b="-8929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ight Brace 37">
            <a:extLst>
              <a:ext uri="{FF2B5EF4-FFF2-40B4-BE49-F238E27FC236}">
                <a16:creationId xmlns:a16="http://schemas.microsoft.com/office/drawing/2014/main" id="{D6EAAE43-A83D-34F4-7EDA-6D598C1C147C}"/>
              </a:ext>
            </a:extLst>
          </p:cNvPr>
          <p:cNvSpPr/>
          <p:nvPr/>
        </p:nvSpPr>
        <p:spPr>
          <a:xfrm rot="15306267">
            <a:off x="2935464" y="1804755"/>
            <a:ext cx="371118" cy="322244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58042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A48934-36D5-4D5A-BC93-7FCF465173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sk-SK" dirty="0"/>
                  <a:t>Vytvorenie  polárneho </a:t>
                </a:r>
                <a:r>
                  <a:rPr lang="sk-SK" dirty="0" err="1"/>
                  <a:t>histogramu</a:t>
                </a:r>
                <a:r>
                  <a:rPr lang="sk-SK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A48934-36D5-4D5A-BC93-7FCF465173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645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21DE0DE-5605-4FC4-986F-ECC1463DA4EA}"/>
              </a:ext>
            </a:extLst>
          </p:cNvPr>
          <p:cNvSpPr/>
          <p:nvPr/>
        </p:nvSpPr>
        <p:spPr>
          <a:xfrm rot="5400000">
            <a:off x="1828991" y="5192790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04725-F099-445C-853D-E2C51977AEC8}"/>
              </a:ext>
            </a:extLst>
          </p:cNvPr>
          <p:cNvSpPr txBox="1"/>
          <p:nvPr/>
        </p:nvSpPr>
        <p:spPr>
          <a:xfrm>
            <a:off x="2070510" y="5622966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začiatok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08FC79-AC5D-4FA6-A8D9-547F6BE2636C}"/>
              </a:ext>
            </a:extLst>
          </p:cNvPr>
          <p:cNvSpPr txBox="1"/>
          <p:nvPr/>
        </p:nvSpPr>
        <p:spPr>
          <a:xfrm>
            <a:off x="1535667" y="484664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1.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5F946B-B9D3-4305-9F19-7B504B4E24BD}"/>
              </a:ext>
            </a:extLst>
          </p:cNvPr>
          <p:cNvCxnSpPr/>
          <p:nvPr/>
        </p:nvCxnSpPr>
        <p:spPr>
          <a:xfrm flipV="1">
            <a:off x="2070510" y="5100506"/>
            <a:ext cx="1578701" cy="343949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C0C7B68-2B6C-4EF8-BFD5-391D64605E88}"/>
              </a:ext>
            </a:extLst>
          </p:cNvPr>
          <p:cNvCxnSpPr/>
          <p:nvPr/>
        </p:nvCxnSpPr>
        <p:spPr>
          <a:xfrm flipV="1">
            <a:off x="2070510" y="4927600"/>
            <a:ext cx="1578701" cy="51685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DD315B-03B2-4EBD-B24B-B702E43ABB53}"/>
              </a:ext>
            </a:extLst>
          </p:cNvPr>
          <p:cNvCxnSpPr/>
          <p:nvPr/>
        </p:nvCxnSpPr>
        <p:spPr>
          <a:xfrm flipV="1">
            <a:off x="2070510" y="4720562"/>
            <a:ext cx="1578701" cy="72389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1079C3-3233-4A7E-BCF1-E13B10714CEF}"/>
              </a:ext>
            </a:extLst>
          </p:cNvPr>
          <p:cNvCxnSpPr/>
          <p:nvPr/>
        </p:nvCxnSpPr>
        <p:spPr>
          <a:xfrm flipV="1">
            <a:off x="2070510" y="4530055"/>
            <a:ext cx="1578701" cy="9144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007696-063F-4209-AC25-4CA8B579C972}"/>
              </a:ext>
            </a:extLst>
          </p:cNvPr>
          <p:cNvCxnSpPr>
            <a:cxnSpLocks/>
          </p:cNvCxnSpPr>
          <p:nvPr/>
        </p:nvCxnSpPr>
        <p:spPr>
          <a:xfrm flipV="1">
            <a:off x="2070510" y="4368820"/>
            <a:ext cx="1578701" cy="107563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FD71DE-56D5-4F0A-A544-9564CEFF1007}"/>
              </a:ext>
            </a:extLst>
          </p:cNvPr>
          <p:cNvCxnSpPr/>
          <p:nvPr/>
        </p:nvCxnSpPr>
        <p:spPr>
          <a:xfrm flipV="1">
            <a:off x="2070510" y="4127383"/>
            <a:ext cx="1578701" cy="131707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3B06AF-C12E-478E-B968-BEB75DC48164}"/>
              </a:ext>
            </a:extLst>
          </p:cNvPr>
          <p:cNvCxnSpPr/>
          <p:nvPr/>
        </p:nvCxnSpPr>
        <p:spPr>
          <a:xfrm flipV="1">
            <a:off x="2070510" y="3976382"/>
            <a:ext cx="1578701" cy="146807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B9D30D-F966-448A-9B63-21F08BACD3F6}"/>
              </a:ext>
            </a:extLst>
          </p:cNvPr>
          <p:cNvCxnSpPr/>
          <p:nvPr/>
        </p:nvCxnSpPr>
        <p:spPr>
          <a:xfrm flipV="1">
            <a:off x="2038524" y="3753567"/>
            <a:ext cx="1610686" cy="169088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6087FA3-2327-475A-A91E-6E675DEC558B}"/>
              </a:ext>
            </a:extLst>
          </p:cNvPr>
          <p:cNvCxnSpPr/>
          <p:nvPr/>
        </p:nvCxnSpPr>
        <p:spPr>
          <a:xfrm flipV="1">
            <a:off x="2038524" y="3523376"/>
            <a:ext cx="1610686" cy="1921077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E000D6-C632-4FD3-8BD7-CEE0AA015A0F}"/>
              </a:ext>
            </a:extLst>
          </p:cNvPr>
          <p:cNvCxnSpPr/>
          <p:nvPr/>
        </p:nvCxnSpPr>
        <p:spPr>
          <a:xfrm flipV="1">
            <a:off x="2045153" y="5199886"/>
            <a:ext cx="1604057" cy="244567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2517321-14FE-403A-BCC1-612E6E08C238}"/>
              </a:ext>
            </a:extLst>
          </p:cNvPr>
          <p:cNvSpPr/>
          <p:nvPr/>
        </p:nvSpPr>
        <p:spPr>
          <a:xfrm flipH="1">
            <a:off x="3611486" y="491299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6226252-7BCD-4943-AC33-1C2E2FEFA22B}"/>
              </a:ext>
            </a:extLst>
          </p:cNvPr>
          <p:cNvSpPr/>
          <p:nvPr/>
        </p:nvSpPr>
        <p:spPr>
          <a:xfrm flipH="1">
            <a:off x="3619483" y="3518425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6ED3206-2692-4765-96B4-0E6F1610F204}"/>
              </a:ext>
            </a:extLst>
          </p:cNvPr>
          <p:cNvSpPr/>
          <p:nvPr/>
        </p:nvSpPr>
        <p:spPr>
          <a:xfrm flipH="1">
            <a:off x="3603491" y="375986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34255D0-EF7E-4C15-8326-D4A019A8A66E}"/>
              </a:ext>
            </a:extLst>
          </p:cNvPr>
          <p:cNvSpPr/>
          <p:nvPr/>
        </p:nvSpPr>
        <p:spPr>
          <a:xfrm flipH="1">
            <a:off x="3619482" y="3973228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FB06728-BF02-4150-9A77-30F24F1C98F7}"/>
              </a:ext>
            </a:extLst>
          </p:cNvPr>
          <p:cNvSpPr/>
          <p:nvPr/>
        </p:nvSpPr>
        <p:spPr>
          <a:xfrm flipH="1">
            <a:off x="3611486" y="413446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AEFEA3F-A7BF-4618-9E72-A38E48423E05}"/>
              </a:ext>
            </a:extLst>
          </p:cNvPr>
          <p:cNvSpPr/>
          <p:nvPr/>
        </p:nvSpPr>
        <p:spPr>
          <a:xfrm flipH="1">
            <a:off x="3587178" y="4364888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15563F-D89E-4DCE-A6FA-F1E450EB3AA4}"/>
              </a:ext>
            </a:extLst>
          </p:cNvPr>
          <p:cNvSpPr/>
          <p:nvPr/>
        </p:nvSpPr>
        <p:spPr>
          <a:xfrm flipH="1">
            <a:off x="3626350" y="4519043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48C6A73-C190-4EF6-98D3-E20C7E1712EB}"/>
              </a:ext>
            </a:extLst>
          </p:cNvPr>
          <p:cNvSpPr/>
          <p:nvPr/>
        </p:nvSpPr>
        <p:spPr>
          <a:xfrm flipH="1">
            <a:off x="3619481" y="469866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1A8178A-CD44-4945-AD3B-4A4AA6E8908C}"/>
              </a:ext>
            </a:extLst>
          </p:cNvPr>
          <p:cNvSpPr/>
          <p:nvPr/>
        </p:nvSpPr>
        <p:spPr>
          <a:xfrm flipH="1">
            <a:off x="3603490" y="507471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999AC4-0457-47AA-B711-0CDBFF9A496B}"/>
              </a:ext>
            </a:extLst>
          </p:cNvPr>
          <p:cNvSpPr/>
          <p:nvPr/>
        </p:nvSpPr>
        <p:spPr>
          <a:xfrm flipH="1">
            <a:off x="3610118" y="5178722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02B373-BB72-6200-CEFC-282FFE9E1B42}"/>
              </a:ext>
            </a:extLst>
          </p:cNvPr>
          <p:cNvGrpSpPr/>
          <p:nvPr/>
        </p:nvGrpSpPr>
        <p:grpSpPr>
          <a:xfrm>
            <a:off x="-475949" y="2927740"/>
            <a:ext cx="5015009" cy="5015009"/>
            <a:chOff x="-475949" y="2927740"/>
            <a:chExt cx="5015009" cy="501500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7F094C2-88A2-9BEF-01B8-8570F3B22314}"/>
                </a:ext>
              </a:extLst>
            </p:cNvPr>
            <p:cNvSpPr/>
            <p:nvPr/>
          </p:nvSpPr>
          <p:spPr>
            <a:xfrm>
              <a:off x="-475949" y="2927740"/>
              <a:ext cx="5015009" cy="5015009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345A589-4A0C-2AEE-BA21-4432698E8298}"/>
                </a:ext>
              </a:extLst>
            </p:cNvPr>
            <p:cNvCxnSpPr/>
            <p:nvPr/>
          </p:nvCxnSpPr>
          <p:spPr>
            <a:xfrm flipV="1">
              <a:off x="2038525" y="4914900"/>
              <a:ext cx="2444575" cy="529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A58327-B5E9-0192-B86E-6E4AF55AA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524" y="4173895"/>
              <a:ext cx="2156463" cy="12705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0DACB1D-05FD-AE3B-D522-1CDF1200778C}"/>
                </a:ext>
              </a:extLst>
            </p:cNvPr>
            <p:cNvCxnSpPr>
              <a:stCxn id="16" idx="7"/>
            </p:cNvCxnSpPr>
            <p:nvPr/>
          </p:nvCxnSpPr>
          <p:spPr>
            <a:xfrm flipH="1">
              <a:off x="2038524" y="3662171"/>
              <a:ext cx="1766105" cy="1779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F350E5D-4250-0836-33D8-0F7F4BF2A51C}"/>
                </a:ext>
              </a:extLst>
            </p:cNvPr>
            <p:cNvCxnSpPr/>
            <p:nvPr/>
          </p:nvCxnSpPr>
          <p:spPr>
            <a:xfrm flipH="1">
              <a:off x="2025618" y="3218724"/>
              <a:ext cx="1183841" cy="22313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7BD9E31-0FC5-5B09-B577-7DAE0E5586CE}"/>
                </a:ext>
              </a:extLst>
            </p:cNvPr>
            <p:cNvCxnSpPr/>
            <p:nvPr/>
          </p:nvCxnSpPr>
          <p:spPr>
            <a:xfrm flipH="1">
              <a:off x="2024611" y="2982282"/>
              <a:ext cx="534582" cy="24594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5B4E07C-6972-0EAB-E487-E0C28DD0129F}"/>
                </a:ext>
              </a:extLst>
            </p:cNvPr>
            <p:cNvCxnSpPr>
              <a:stCxn id="16" idx="0"/>
            </p:cNvCxnSpPr>
            <p:nvPr/>
          </p:nvCxnSpPr>
          <p:spPr>
            <a:xfrm flipH="1">
              <a:off x="2017350" y="2927740"/>
              <a:ext cx="14206" cy="2522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CF1CCA6-DDD2-4082-8BFF-22EFAA6A3547}"/>
                </a:ext>
              </a:extLst>
            </p:cNvPr>
            <p:cNvCxnSpPr/>
            <p:nvPr/>
          </p:nvCxnSpPr>
          <p:spPr>
            <a:xfrm flipH="1" flipV="1">
              <a:off x="1476551" y="2982282"/>
              <a:ext cx="540454" cy="24677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7459F2B-F321-75DD-CECD-A725F505D5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125" y="3218724"/>
              <a:ext cx="1199236" cy="22313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B7539AB-506D-0976-86AA-94EED4FB875B}"/>
                </a:ext>
              </a:extLst>
            </p:cNvPr>
            <p:cNvCxnSpPr>
              <a:stCxn id="16" idx="1"/>
            </p:cNvCxnSpPr>
            <p:nvPr/>
          </p:nvCxnSpPr>
          <p:spPr>
            <a:xfrm>
              <a:off x="258482" y="3662171"/>
              <a:ext cx="1758523" cy="1787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5601C61-A66A-94E3-9C08-47FA70963DBE}"/>
                </a:ext>
              </a:extLst>
            </p:cNvPr>
            <p:cNvCxnSpPr/>
            <p:nvPr/>
          </p:nvCxnSpPr>
          <p:spPr>
            <a:xfrm>
              <a:off x="-216480" y="4321265"/>
              <a:ext cx="2257264" cy="11465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6650C72-1833-FF17-F8B4-7EE56D907493}"/>
                </a:ext>
              </a:extLst>
            </p:cNvPr>
            <p:cNvCxnSpPr/>
            <p:nvPr/>
          </p:nvCxnSpPr>
          <p:spPr>
            <a:xfrm>
              <a:off x="-421598" y="4861981"/>
              <a:ext cx="2460121" cy="6149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6F0D9C5-DF98-4CE8-799C-7CCFFDE09BC6}"/>
                </a:ext>
              </a:extLst>
            </p:cNvPr>
            <p:cNvCxnSpPr>
              <a:stCxn id="16" idx="2"/>
            </p:cNvCxnSpPr>
            <p:nvPr/>
          </p:nvCxnSpPr>
          <p:spPr>
            <a:xfrm>
              <a:off x="-475949" y="5435245"/>
              <a:ext cx="2507504" cy="54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0EB0BCC-D120-38E8-FDA9-5DC765E4701B}"/>
                </a:ext>
              </a:extLst>
            </p:cNvPr>
            <p:cNvCxnSpPr/>
            <p:nvPr/>
          </p:nvCxnSpPr>
          <p:spPr>
            <a:xfrm flipV="1">
              <a:off x="-413986" y="5464501"/>
              <a:ext cx="2459478" cy="5854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C55AC51-E7C4-7962-D911-0E3AF6D7A203}"/>
                </a:ext>
              </a:extLst>
            </p:cNvPr>
            <p:cNvCxnSpPr>
              <a:stCxn id="16" idx="3"/>
            </p:cNvCxnSpPr>
            <p:nvPr/>
          </p:nvCxnSpPr>
          <p:spPr>
            <a:xfrm flipV="1">
              <a:off x="258482" y="5459242"/>
              <a:ext cx="1790116" cy="17490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8568A68-5171-C7B8-E6F4-919A8495A3EE}"/>
                </a:ext>
              </a:extLst>
            </p:cNvPr>
            <p:cNvCxnSpPr/>
            <p:nvPr/>
          </p:nvCxnSpPr>
          <p:spPr>
            <a:xfrm flipH="1">
              <a:off x="2045492" y="5459242"/>
              <a:ext cx="249356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6206CFA-B370-BA81-A1F7-81B598481437}"/>
                </a:ext>
              </a:extLst>
            </p:cNvPr>
            <p:cNvCxnSpPr>
              <a:stCxn id="16" idx="5"/>
            </p:cNvCxnSpPr>
            <p:nvPr/>
          </p:nvCxnSpPr>
          <p:spPr>
            <a:xfrm flipH="1" flipV="1">
              <a:off x="2045492" y="5467796"/>
              <a:ext cx="1759137" cy="1740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320DDC9-8E87-092F-61DB-321CA74377FE}"/>
                </a:ext>
              </a:extLst>
            </p:cNvPr>
            <p:cNvCxnSpPr>
              <a:stCxn id="16" idx="4"/>
            </p:cNvCxnSpPr>
            <p:nvPr/>
          </p:nvCxnSpPr>
          <p:spPr>
            <a:xfrm flipV="1">
              <a:off x="2031556" y="5476979"/>
              <a:ext cx="6967" cy="24657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3539277-8E52-1B9E-96DB-601276DA166B}"/>
                </a:ext>
              </a:extLst>
            </p:cNvPr>
            <p:cNvCxnSpPr/>
            <p:nvPr/>
          </p:nvCxnSpPr>
          <p:spPr>
            <a:xfrm flipH="1" flipV="1">
              <a:off x="2110021" y="5584971"/>
              <a:ext cx="1225458" cy="20032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A5C9C46-CDBC-D532-A2BE-E49C76C941F9}"/>
                </a:ext>
              </a:extLst>
            </p:cNvPr>
            <p:cNvCxnSpPr/>
            <p:nvPr/>
          </p:nvCxnSpPr>
          <p:spPr>
            <a:xfrm flipH="1" flipV="1">
              <a:off x="2023361" y="5450032"/>
              <a:ext cx="756562" cy="23825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6EB5A8E-8CE2-441E-02F1-3C46434B77C9}"/>
                </a:ext>
              </a:extLst>
            </p:cNvPr>
            <p:cNvCxnSpPr/>
            <p:nvPr/>
          </p:nvCxnSpPr>
          <p:spPr>
            <a:xfrm flipV="1">
              <a:off x="-161403" y="5476979"/>
              <a:ext cx="2184764" cy="12128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4EAC5FA-1452-BE69-78F7-B1005EE17546}"/>
                </a:ext>
              </a:extLst>
            </p:cNvPr>
            <p:cNvCxnSpPr/>
            <p:nvPr/>
          </p:nvCxnSpPr>
          <p:spPr>
            <a:xfrm flipV="1">
              <a:off x="743684" y="5493035"/>
              <a:ext cx="1287870" cy="21138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B99053-7123-8767-B67B-F20900D1A640}"/>
                </a:ext>
              </a:extLst>
            </p:cNvPr>
            <p:cNvCxnSpPr/>
            <p:nvPr/>
          </p:nvCxnSpPr>
          <p:spPr>
            <a:xfrm flipV="1">
              <a:off x="1387620" y="5479697"/>
              <a:ext cx="628993" cy="23881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721F082-BE83-BCFE-6AFB-73BF486F19A2}"/>
                </a:ext>
              </a:extLst>
            </p:cNvPr>
            <p:cNvCxnSpPr/>
            <p:nvPr/>
          </p:nvCxnSpPr>
          <p:spPr>
            <a:xfrm flipH="1" flipV="1">
              <a:off x="1999199" y="5473054"/>
              <a:ext cx="2187234" cy="1225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A6797AB-74E0-ECCA-2743-5D691B9F78D6}"/>
                </a:ext>
              </a:extLst>
            </p:cNvPr>
            <p:cNvCxnSpPr/>
            <p:nvPr/>
          </p:nvCxnSpPr>
          <p:spPr>
            <a:xfrm flipH="1" flipV="1">
              <a:off x="2031554" y="5479697"/>
              <a:ext cx="2451546" cy="4915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0D1B8C-FF40-518C-8F86-E1656E5AC759}"/>
              </a:ext>
            </a:extLst>
          </p:cNvPr>
          <p:cNvGrpSpPr/>
          <p:nvPr/>
        </p:nvGrpSpPr>
        <p:grpSpPr>
          <a:xfrm>
            <a:off x="4744178" y="3171383"/>
            <a:ext cx="6704138" cy="2689666"/>
            <a:chOff x="1514106" y="2583809"/>
            <a:chExt cx="7336279" cy="3332568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8BC8AEA-53B7-A957-7457-B4F35E75ED37}"/>
                </a:ext>
              </a:extLst>
            </p:cNvPr>
            <p:cNvCxnSpPr>
              <a:cxnSpLocks/>
            </p:cNvCxnSpPr>
            <p:nvPr/>
          </p:nvCxnSpPr>
          <p:spPr>
            <a:xfrm>
              <a:off x="1694576" y="5444455"/>
              <a:ext cx="71558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C4EA1526-A76B-E908-0891-FC036AD9DDE7}"/>
                </a:ext>
              </a:extLst>
            </p:cNvPr>
            <p:cNvCxnSpPr/>
            <p:nvPr/>
          </p:nvCxnSpPr>
          <p:spPr>
            <a:xfrm flipV="1">
              <a:off x="2038525" y="2583809"/>
              <a:ext cx="0" cy="32129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D327D527-0340-B3C5-BD50-D5EB4DA4F80E}"/>
                    </a:ext>
                  </a:extLst>
                </p:cNvPr>
                <p:cNvSpPr/>
                <p:nvPr/>
              </p:nvSpPr>
              <p:spPr>
                <a:xfrm>
                  <a:off x="8241643" y="5393157"/>
                  <a:ext cx="46807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sk-SK" dirty="0"/>
                </a:p>
              </p:txBody>
            </p:sp>
          </mc:Choice>
          <mc:Fallback xmlns="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D327D527-0340-B3C5-BD50-D5EB4DA4F8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1643" y="5393157"/>
                  <a:ext cx="46807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k-S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8C9EF45-93F1-25B5-FECB-21CD6D059C93}"/>
                    </a:ext>
                  </a:extLst>
                </p:cNvPr>
                <p:cNvSpPr/>
                <p:nvPr/>
              </p:nvSpPr>
              <p:spPr>
                <a:xfrm>
                  <a:off x="1514106" y="2677740"/>
                  <a:ext cx="47295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sk-SK" dirty="0"/>
                </a:p>
              </p:txBody>
            </p:sp>
          </mc:Choice>
          <mc:Fallback xmlns="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8C9EF45-93F1-25B5-FECB-21CD6D059C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4106" y="2677740"/>
                  <a:ext cx="472950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11594"/>
                  </a:stretch>
                </a:blipFill>
              </p:spPr>
              <p:txBody>
                <a:bodyPr/>
                <a:lstStyle/>
                <a:p>
                  <a:r>
                    <a:rPr lang="sk-S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4B6584FB-77E4-335F-78D0-8CF6E7310C82}"/>
              </a:ext>
            </a:extLst>
          </p:cNvPr>
          <p:cNvSpPr/>
          <p:nvPr/>
        </p:nvSpPr>
        <p:spPr>
          <a:xfrm>
            <a:off x="5211528" y="4519043"/>
            <a:ext cx="306622" cy="948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F04B13A-A181-9E42-C0F3-9A80CD6ADF20}"/>
              </a:ext>
            </a:extLst>
          </p:cNvPr>
          <p:cNvSpPr/>
          <p:nvPr/>
        </p:nvSpPr>
        <p:spPr>
          <a:xfrm>
            <a:off x="5525840" y="4364889"/>
            <a:ext cx="306622" cy="11029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FC0C706-8870-F124-1F7F-BC4FBEE8932B}"/>
              </a:ext>
            </a:extLst>
          </p:cNvPr>
          <p:cNvSpPr/>
          <p:nvPr/>
        </p:nvSpPr>
        <p:spPr>
          <a:xfrm>
            <a:off x="5839134" y="4018947"/>
            <a:ext cx="306622" cy="1448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7C31BD1-681C-2AE5-EC39-AE4767F2DAD0}"/>
              </a:ext>
            </a:extLst>
          </p:cNvPr>
          <p:cNvSpPr/>
          <p:nvPr/>
        </p:nvSpPr>
        <p:spPr>
          <a:xfrm>
            <a:off x="6152106" y="4410607"/>
            <a:ext cx="306622" cy="10571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CC4FA2C-E61C-31A9-20C5-B5C8E169D38B}"/>
              </a:ext>
            </a:extLst>
          </p:cNvPr>
          <p:cNvSpPr/>
          <p:nvPr/>
        </p:nvSpPr>
        <p:spPr>
          <a:xfrm>
            <a:off x="6477554" y="5120431"/>
            <a:ext cx="306622" cy="3594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4D8544E-8C64-B7F4-80A5-06BE9376A386}"/>
              </a:ext>
            </a:extLst>
          </p:cNvPr>
          <p:cNvSpPr/>
          <p:nvPr/>
        </p:nvSpPr>
        <p:spPr>
          <a:xfrm>
            <a:off x="10952588" y="4958711"/>
            <a:ext cx="306622" cy="5090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07533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9A5CE-BE43-F8B3-1253-F82DB4E7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2E1DAD-F6D8-D612-80DD-1CA934A70B8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sk-SK" dirty="0"/>
                  <a:t>Vytvorenie binárneho polárneho </a:t>
                </a:r>
                <a:r>
                  <a:rPr lang="sk-SK" dirty="0" err="1"/>
                  <a:t>histogramu</a:t>
                </a:r>
                <a:r>
                  <a:rPr lang="sk-SK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2E1DAD-F6D8-D612-80DD-1CA934A70B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6452" b="-8756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829F9FA-8C43-02E5-162F-A815093ADE40}"/>
              </a:ext>
            </a:extLst>
          </p:cNvPr>
          <p:cNvGrpSpPr/>
          <p:nvPr/>
        </p:nvGrpSpPr>
        <p:grpSpPr>
          <a:xfrm>
            <a:off x="953228" y="1787083"/>
            <a:ext cx="6704138" cy="2689666"/>
            <a:chOff x="953228" y="1787083"/>
            <a:chExt cx="6704138" cy="2689666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87450CFA-270D-3B69-AAE1-C9BEED6DF5F1}"/>
                </a:ext>
              </a:extLst>
            </p:cNvPr>
            <p:cNvGrpSpPr/>
            <p:nvPr/>
          </p:nvGrpSpPr>
          <p:grpSpPr>
            <a:xfrm>
              <a:off x="953228" y="1787083"/>
              <a:ext cx="6704138" cy="2689666"/>
              <a:chOff x="1514106" y="2583809"/>
              <a:chExt cx="7336279" cy="3332568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1B8B5D09-ADC9-775F-9B4F-84C5E877F2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4576" y="5444455"/>
                <a:ext cx="7155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2257580C-3457-402E-E412-69151DE7A7B5}"/>
                  </a:ext>
                </a:extLst>
              </p:cNvPr>
              <p:cNvCxnSpPr/>
              <p:nvPr/>
            </p:nvCxnSpPr>
            <p:spPr>
              <a:xfrm flipV="1">
                <a:off x="2038525" y="2583809"/>
                <a:ext cx="0" cy="32129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A5FAE4C5-ADC5-D707-1C2D-4326D4B18BFD}"/>
                      </a:ext>
                    </a:extLst>
                  </p:cNvPr>
                  <p:cNvSpPr/>
                  <p:nvPr/>
                </p:nvSpPr>
                <p:spPr>
                  <a:xfrm>
                    <a:off x="8241643" y="5393157"/>
                    <a:ext cx="468077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sk-SK" dirty="0"/>
                  </a:p>
                </p:txBody>
              </p:sp>
            </mc:Choice>
            <mc:Fallback xmlns=""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A5FAE4C5-ADC5-D707-1C2D-4326D4B18B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41643" y="5393157"/>
                    <a:ext cx="468077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k-S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6212AC55-A452-9C42-1465-1FBF590B8CF4}"/>
                      </a:ext>
                    </a:extLst>
                  </p:cNvPr>
                  <p:cNvSpPr/>
                  <p:nvPr/>
                </p:nvSpPr>
                <p:spPr>
                  <a:xfrm>
                    <a:off x="1514106" y="2677740"/>
                    <a:ext cx="472950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sk-SK" dirty="0"/>
                  </a:p>
                </p:txBody>
              </p:sp>
            </mc:Choice>
            <mc:Fallback xmlns="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6212AC55-A452-9C42-1465-1FBF590B8C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4106" y="2677740"/>
                    <a:ext cx="47295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1594"/>
                    </a:stretch>
                  </a:blipFill>
                </p:spPr>
                <p:txBody>
                  <a:bodyPr/>
                  <a:lstStyle/>
                  <a:p>
                    <a:r>
                      <a:rPr lang="sk-S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E1F425-9E8F-549F-DC7E-F2ACC3FFBCDA}"/>
                </a:ext>
              </a:extLst>
            </p:cNvPr>
            <p:cNvSpPr/>
            <p:nvPr/>
          </p:nvSpPr>
          <p:spPr>
            <a:xfrm>
              <a:off x="1420578" y="3134743"/>
              <a:ext cx="306622" cy="9487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D7C9C08-81B7-4D76-54B9-7E9A0F5DBD7D}"/>
                </a:ext>
              </a:extLst>
            </p:cNvPr>
            <p:cNvSpPr/>
            <p:nvPr/>
          </p:nvSpPr>
          <p:spPr>
            <a:xfrm>
              <a:off x="1734890" y="2980589"/>
              <a:ext cx="306622" cy="110290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6B78A8A-5AC5-31D2-6785-9618D9B79AE9}"/>
                </a:ext>
              </a:extLst>
            </p:cNvPr>
            <p:cNvSpPr/>
            <p:nvPr/>
          </p:nvSpPr>
          <p:spPr>
            <a:xfrm>
              <a:off x="2048184" y="2634647"/>
              <a:ext cx="306622" cy="14488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7792F6C-8066-D1A6-2BB5-6AD21D872158}"/>
                </a:ext>
              </a:extLst>
            </p:cNvPr>
            <p:cNvSpPr/>
            <p:nvPr/>
          </p:nvSpPr>
          <p:spPr>
            <a:xfrm>
              <a:off x="2361156" y="3026307"/>
              <a:ext cx="306622" cy="10571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85F6E21-E35B-3E39-02CF-9DBB8D389AFE}"/>
                </a:ext>
              </a:extLst>
            </p:cNvPr>
            <p:cNvSpPr/>
            <p:nvPr/>
          </p:nvSpPr>
          <p:spPr>
            <a:xfrm>
              <a:off x="2686604" y="3736131"/>
              <a:ext cx="306622" cy="3594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3A97925-E556-42AD-C03C-4CD8F85E4314}"/>
                </a:ext>
              </a:extLst>
            </p:cNvPr>
            <p:cNvSpPr/>
            <p:nvPr/>
          </p:nvSpPr>
          <p:spPr>
            <a:xfrm>
              <a:off x="7161638" y="3574411"/>
              <a:ext cx="306622" cy="5090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344CD98-20D6-ACA9-CA1A-AAF0353DD488}"/>
              </a:ext>
            </a:extLst>
          </p:cNvPr>
          <p:cNvGrpSpPr/>
          <p:nvPr/>
        </p:nvGrpSpPr>
        <p:grpSpPr>
          <a:xfrm>
            <a:off x="953228" y="4168334"/>
            <a:ext cx="6704138" cy="2689666"/>
            <a:chOff x="953228" y="1787083"/>
            <a:chExt cx="6704138" cy="268966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FD4638D-29BF-C893-FEC0-D37B1B15D9B0}"/>
                </a:ext>
              </a:extLst>
            </p:cNvPr>
            <p:cNvGrpSpPr/>
            <p:nvPr/>
          </p:nvGrpSpPr>
          <p:grpSpPr>
            <a:xfrm>
              <a:off x="953228" y="1787083"/>
              <a:ext cx="6704138" cy="2689666"/>
              <a:chOff x="1514106" y="2583809"/>
              <a:chExt cx="7336279" cy="3332568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97A5D0D4-FA80-6032-D04F-0EA658809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4576" y="5444455"/>
                <a:ext cx="7155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D09A689-CEB2-854D-5D88-241B9C3DE125}"/>
                  </a:ext>
                </a:extLst>
              </p:cNvPr>
              <p:cNvCxnSpPr/>
              <p:nvPr/>
            </p:nvCxnSpPr>
            <p:spPr>
              <a:xfrm flipV="1">
                <a:off x="2038525" y="2583809"/>
                <a:ext cx="0" cy="32129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2ED4DD64-5A04-EDEE-D46A-809AF48F2AC7}"/>
                      </a:ext>
                    </a:extLst>
                  </p:cNvPr>
                  <p:cNvSpPr/>
                  <p:nvPr/>
                </p:nvSpPr>
                <p:spPr>
                  <a:xfrm>
                    <a:off x="8241643" y="5393157"/>
                    <a:ext cx="468077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sk-SK" dirty="0"/>
                  </a:p>
                </p:txBody>
              </p:sp>
            </mc:Choice>
            <mc:Fallback xmlns=""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2ED4DD64-5A04-EDEE-D46A-809AF48F2AC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41643" y="5393157"/>
                    <a:ext cx="468077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k-S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68355078-0A6C-3632-70A6-592F783BAB2B}"/>
                      </a:ext>
                    </a:extLst>
                  </p:cNvPr>
                  <p:cNvSpPr/>
                  <p:nvPr/>
                </p:nvSpPr>
                <p:spPr>
                  <a:xfrm>
                    <a:off x="1514106" y="2677740"/>
                    <a:ext cx="472950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sk-SK" dirty="0"/>
                  </a:p>
                </p:txBody>
              </p:sp>
            </mc:Choice>
            <mc:Fallback xmlns="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68355078-0A6C-3632-70A6-592F783BAB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4106" y="2677740"/>
                    <a:ext cx="47295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3043"/>
                    </a:stretch>
                  </a:blipFill>
                </p:spPr>
                <p:txBody>
                  <a:bodyPr/>
                  <a:lstStyle/>
                  <a:p>
                    <a:r>
                      <a:rPr lang="sk-S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44AA4E-D325-A87E-62BE-2B226CE81DA1}"/>
                </a:ext>
              </a:extLst>
            </p:cNvPr>
            <p:cNvSpPr/>
            <p:nvPr/>
          </p:nvSpPr>
          <p:spPr>
            <a:xfrm>
              <a:off x="1420578" y="2634647"/>
              <a:ext cx="306622" cy="1448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37DCD2-1716-108A-6D76-446925993AB8}"/>
                </a:ext>
              </a:extLst>
            </p:cNvPr>
            <p:cNvSpPr/>
            <p:nvPr/>
          </p:nvSpPr>
          <p:spPr>
            <a:xfrm>
              <a:off x="1734890" y="2634647"/>
              <a:ext cx="306622" cy="1448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FDDF6B-BCD6-49B5-A458-587604BD3801}"/>
                </a:ext>
              </a:extLst>
            </p:cNvPr>
            <p:cNvSpPr/>
            <p:nvPr/>
          </p:nvSpPr>
          <p:spPr>
            <a:xfrm>
              <a:off x="2048184" y="2634647"/>
              <a:ext cx="306622" cy="14488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1A9FB7-AA60-37FD-199C-2E23D6E5B295}"/>
                </a:ext>
              </a:extLst>
            </p:cNvPr>
            <p:cNvSpPr/>
            <p:nvPr/>
          </p:nvSpPr>
          <p:spPr>
            <a:xfrm>
              <a:off x="2361156" y="2634647"/>
              <a:ext cx="306622" cy="14488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A9AE36-196A-8B8A-B298-8FA5E724D12D}"/>
                </a:ext>
              </a:extLst>
            </p:cNvPr>
            <p:cNvSpPr/>
            <p:nvPr/>
          </p:nvSpPr>
          <p:spPr>
            <a:xfrm>
              <a:off x="7161638" y="2634647"/>
              <a:ext cx="306622" cy="144884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F059E72-292F-27D7-E1BE-3D56BBA7D2E8}"/>
              </a:ext>
            </a:extLst>
          </p:cNvPr>
          <p:cNvCxnSpPr/>
          <p:nvPr/>
        </p:nvCxnSpPr>
        <p:spPr>
          <a:xfrm flipV="1">
            <a:off x="1420578" y="3193531"/>
            <a:ext cx="6236788" cy="32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E93B17E-5352-B077-C436-03C2B7B2576A}"/>
              </a:ext>
            </a:extLst>
          </p:cNvPr>
          <p:cNvCxnSpPr>
            <a:cxnSpLocks/>
          </p:cNvCxnSpPr>
          <p:nvPr/>
        </p:nvCxnSpPr>
        <p:spPr>
          <a:xfrm flipV="1">
            <a:off x="1420578" y="3638516"/>
            <a:ext cx="6236788" cy="35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6088370-8A24-6570-BAD1-5E393B354F69}"/>
                  </a:ext>
                </a:extLst>
              </p:cNvPr>
              <p:cNvSpPr txBox="1"/>
              <p:nvPr/>
            </p:nvSpPr>
            <p:spPr>
              <a:xfrm>
                <a:off x="4952118" y="2982567"/>
                <a:ext cx="6099174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6088370-8A24-6570-BAD1-5E393B354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118" y="2982567"/>
                <a:ext cx="6099174" cy="391902"/>
              </a:xfrm>
              <a:prstGeom prst="rect">
                <a:avLst/>
              </a:prstGeom>
              <a:blipFill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10A1120-336E-2B45-C3DC-815A75D0D503}"/>
                  </a:ext>
                </a:extLst>
              </p:cNvPr>
              <p:cNvSpPr txBox="1"/>
              <p:nvPr/>
            </p:nvSpPr>
            <p:spPr>
              <a:xfrm>
                <a:off x="4910208" y="3389482"/>
                <a:ext cx="60991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10A1120-336E-2B45-C3DC-815A75D0D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208" y="3389482"/>
                <a:ext cx="6099174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90A5CE5-E867-72E3-932B-6D122F32A0A9}"/>
                  </a:ext>
                </a:extLst>
              </p:cNvPr>
              <p:cNvSpPr txBox="1"/>
              <p:nvPr/>
            </p:nvSpPr>
            <p:spPr>
              <a:xfrm>
                <a:off x="8255000" y="4787900"/>
                <a:ext cx="2429255" cy="1117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sk-SK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sk-SK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𝑎𝑘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sk-S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sk-SK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sk-SK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sk-SK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𝑎𝑘</m:t>
                            </m:r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sk-SK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sk-S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sk-SK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sk-SK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sk-SK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</m:m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90A5CE5-E867-72E3-932B-6D122F32A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4787900"/>
                <a:ext cx="2429255" cy="11176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07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E129843-8306-B75D-C626-851210657A5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48316" y="643073"/>
                <a:ext cx="8596668" cy="1320800"/>
              </a:xfrm>
            </p:spPr>
            <p:txBody>
              <a:bodyPr/>
              <a:lstStyle/>
              <a:p>
                <a:r>
                  <a:rPr lang="sk-SK" dirty="0"/>
                  <a:t>Vytvorenie polárneho </a:t>
                </a:r>
                <a:r>
                  <a:rPr lang="sk-SK" dirty="0" err="1"/>
                  <a:t>histogramu</a:t>
                </a:r>
                <a:r>
                  <a:rPr lang="sk-SK" dirty="0"/>
                  <a:t> s maskou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sk-SK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E129843-8306-B75D-C626-851210657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8316" y="643073"/>
                <a:ext cx="8596668" cy="1320800"/>
              </a:xfrm>
              <a:blipFill>
                <a:blip r:embed="rId2"/>
                <a:stretch>
                  <a:fillRect l="-2126" t="-6452" b="-783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BE270-8B9E-0657-48A4-D23EAF873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Maskovanie umožní zakomponovať do </a:t>
            </a:r>
            <a:r>
              <a:rPr lang="sk-SK" dirty="0" err="1"/>
              <a:t>histogramu</a:t>
            </a:r>
            <a:r>
              <a:rPr lang="sk-SK" dirty="0"/>
              <a:t> dynamické obmedzenia robota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3474421-DC35-41A2-4E92-3D43697DC256}"/>
              </a:ext>
            </a:extLst>
          </p:cNvPr>
          <p:cNvSpPr/>
          <p:nvPr/>
        </p:nvSpPr>
        <p:spPr>
          <a:xfrm rot="5400000">
            <a:off x="2527491" y="4341891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12B541-1F58-BC08-A9BC-48835D5973E8}"/>
              </a:ext>
            </a:extLst>
          </p:cNvPr>
          <p:cNvSpPr/>
          <p:nvPr/>
        </p:nvSpPr>
        <p:spPr>
          <a:xfrm>
            <a:off x="2081446" y="3143250"/>
            <a:ext cx="1454150" cy="1454150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0B57EF-42F6-6FDC-842B-A5A43CB087C9}"/>
              </a:ext>
            </a:extLst>
          </p:cNvPr>
          <p:cNvSpPr/>
          <p:nvPr/>
        </p:nvSpPr>
        <p:spPr>
          <a:xfrm>
            <a:off x="2095967" y="4592306"/>
            <a:ext cx="1454150" cy="1454150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9B1F02-8FE5-18F1-DB5A-CD047BDFC68B}"/>
              </a:ext>
            </a:extLst>
          </p:cNvPr>
          <p:cNvGrpSpPr/>
          <p:nvPr/>
        </p:nvGrpSpPr>
        <p:grpSpPr>
          <a:xfrm>
            <a:off x="-438150" y="4584711"/>
            <a:ext cx="6254750" cy="3880771"/>
            <a:chOff x="-438150" y="4584711"/>
            <a:chExt cx="6254750" cy="3880771"/>
          </a:xfrm>
        </p:grpSpPr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69841946-6267-6BED-4A81-71A2432EA2BD}"/>
                </a:ext>
              </a:extLst>
            </p:cNvPr>
            <p:cNvSpPr/>
            <p:nvPr/>
          </p:nvSpPr>
          <p:spPr>
            <a:xfrm>
              <a:off x="1726990" y="4599901"/>
              <a:ext cx="2210010" cy="2888009"/>
            </a:xfrm>
            <a:prstGeom prst="arc">
              <a:avLst>
                <a:gd name="adj1" fmla="val 16200000"/>
                <a:gd name="adj2" fmla="val 3583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85BCEC9D-7F57-0283-F9DF-DC2A7B2030BF}"/>
                </a:ext>
              </a:extLst>
            </p:cNvPr>
            <p:cNvSpPr/>
            <p:nvPr/>
          </p:nvSpPr>
          <p:spPr>
            <a:xfrm>
              <a:off x="1726990" y="4599900"/>
              <a:ext cx="2718010" cy="3001049"/>
            </a:xfrm>
            <a:prstGeom prst="arc">
              <a:avLst>
                <a:gd name="adj1" fmla="val 16200000"/>
                <a:gd name="adj2" fmla="val 3583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46398059-2826-405E-E2EE-75E1C639B55C}"/>
                </a:ext>
              </a:extLst>
            </p:cNvPr>
            <p:cNvSpPr/>
            <p:nvPr/>
          </p:nvSpPr>
          <p:spPr>
            <a:xfrm>
              <a:off x="1270000" y="4592306"/>
              <a:ext cx="3676650" cy="3281694"/>
            </a:xfrm>
            <a:prstGeom prst="arc">
              <a:avLst>
                <a:gd name="adj1" fmla="val 16200000"/>
                <a:gd name="adj2" fmla="val 3495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58BAF524-A898-D548-2126-7096EDBEF61F}"/>
                </a:ext>
              </a:extLst>
            </p:cNvPr>
            <p:cNvSpPr/>
            <p:nvPr/>
          </p:nvSpPr>
          <p:spPr>
            <a:xfrm>
              <a:off x="419100" y="4584711"/>
              <a:ext cx="5194300" cy="3880771"/>
            </a:xfrm>
            <a:prstGeom prst="arc">
              <a:avLst>
                <a:gd name="adj1" fmla="val 16200000"/>
                <a:gd name="adj2" fmla="val 3495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EFD341B7-8643-84D7-A29F-055160EE1F68}"/>
                </a:ext>
              </a:extLst>
            </p:cNvPr>
            <p:cNvSpPr/>
            <p:nvPr/>
          </p:nvSpPr>
          <p:spPr>
            <a:xfrm>
              <a:off x="-438150" y="4599901"/>
              <a:ext cx="6248400" cy="1381798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97F6E9-2597-6262-6AC9-C014C31EECB0}"/>
                </a:ext>
              </a:extLst>
            </p:cNvPr>
            <p:cNvCxnSpPr>
              <a:stCxn id="6" idx="0"/>
            </p:cNvCxnSpPr>
            <p:nvPr/>
          </p:nvCxnSpPr>
          <p:spPr>
            <a:xfrm>
              <a:off x="2823042" y="4592306"/>
              <a:ext cx="2993558" cy="2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CD33F1-A496-8CB4-974E-26B806FE743A}"/>
              </a:ext>
            </a:extLst>
          </p:cNvPr>
          <p:cNvGrpSpPr/>
          <p:nvPr/>
        </p:nvGrpSpPr>
        <p:grpSpPr>
          <a:xfrm flipV="1">
            <a:off x="-444500" y="811545"/>
            <a:ext cx="6248400" cy="3773166"/>
            <a:chOff x="-438150" y="4584711"/>
            <a:chExt cx="6248400" cy="3880771"/>
          </a:xfrm>
        </p:grpSpPr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8643CDB6-71E3-CC89-770B-F722459D7E2D}"/>
                </a:ext>
              </a:extLst>
            </p:cNvPr>
            <p:cNvSpPr/>
            <p:nvPr/>
          </p:nvSpPr>
          <p:spPr>
            <a:xfrm>
              <a:off x="1726990" y="4599901"/>
              <a:ext cx="2210010" cy="2888009"/>
            </a:xfrm>
            <a:prstGeom prst="arc">
              <a:avLst>
                <a:gd name="adj1" fmla="val 16200000"/>
                <a:gd name="adj2" fmla="val 3583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54C25C02-13FB-1ED0-DDF1-F86F496DCB9B}"/>
                </a:ext>
              </a:extLst>
            </p:cNvPr>
            <p:cNvSpPr/>
            <p:nvPr/>
          </p:nvSpPr>
          <p:spPr>
            <a:xfrm>
              <a:off x="1726990" y="4599900"/>
              <a:ext cx="2718010" cy="3001049"/>
            </a:xfrm>
            <a:prstGeom prst="arc">
              <a:avLst>
                <a:gd name="adj1" fmla="val 16200000"/>
                <a:gd name="adj2" fmla="val 3583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EEBF0F96-8132-FCF7-B5BF-69B3FDB5CCA5}"/>
                </a:ext>
              </a:extLst>
            </p:cNvPr>
            <p:cNvSpPr/>
            <p:nvPr/>
          </p:nvSpPr>
          <p:spPr>
            <a:xfrm>
              <a:off x="1270000" y="4592306"/>
              <a:ext cx="3676650" cy="3281694"/>
            </a:xfrm>
            <a:prstGeom prst="arc">
              <a:avLst>
                <a:gd name="adj1" fmla="val 16200000"/>
                <a:gd name="adj2" fmla="val 3495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5BEB4C6A-4AE4-6008-F7D3-BB002C6FE167}"/>
                </a:ext>
              </a:extLst>
            </p:cNvPr>
            <p:cNvSpPr/>
            <p:nvPr/>
          </p:nvSpPr>
          <p:spPr>
            <a:xfrm>
              <a:off x="419100" y="4584711"/>
              <a:ext cx="5194300" cy="3880771"/>
            </a:xfrm>
            <a:prstGeom prst="arc">
              <a:avLst>
                <a:gd name="adj1" fmla="val 16200000"/>
                <a:gd name="adj2" fmla="val 3495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2A2BEA57-AE51-036B-5F62-61B07D1D3DE5}"/>
                </a:ext>
              </a:extLst>
            </p:cNvPr>
            <p:cNvSpPr/>
            <p:nvPr/>
          </p:nvSpPr>
          <p:spPr>
            <a:xfrm>
              <a:off x="-438150" y="4599901"/>
              <a:ext cx="6248400" cy="1381798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</p:spTree>
    <p:extLst>
      <p:ext uri="{BB962C8B-B14F-4D97-AF65-F5344CB8AC3E}">
        <p14:creationId xmlns:p14="http://schemas.microsoft.com/office/powerpoint/2010/main" val="1485973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393C4-8A68-BF92-1CD8-5BA341489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29759F-1470-8259-50C1-C136AB01BD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48316" y="643073"/>
                <a:ext cx="8596668" cy="1320800"/>
              </a:xfrm>
            </p:spPr>
            <p:txBody>
              <a:bodyPr/>
              <a:lstStyle/>
              <a:p>
                <a:r>
                  <a:rPr lang="sk-SK" dirty="0"/>
                  <a:t>Vytvorenie polárneho </a:t>
                </a:r>
                <a:r>
                  <a:rPr lang="sk-SK" dirty="0" err="1"/>
                  <a:t>histogramu</a:t>
                </a:r>
                <a:r>
                  <a:rPr lang="sk-SK" dirty="0"/>
                  <a:t> s maskou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sk-SK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29759F-1470-8259-50C1-C136AB01BD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8316" y="643073"/>
                <a:ext cx="8596668" cy="1320800"/>
              </a:xfrm>
              <a:blipFill>
                <a:blip r:embed="rId2"/>
                <a:stretch>
                  <a:fillRect l="-2126" t="-6452" b="-783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D852C-E6C5-9B72-60F7-6BC27FE5A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Treba určiť či prekážka zasahuje do dráhy predstavujúcej minimálny polomer akým sa robot vie hýbať (pri danej rýchlosti)</a:t>
            </a:r>
          </a:p>
          <a:p>
            <a:r>
              <a:rPr lang="sk-SK" dirty="0"/>
              <a:t>Prekážky na ľavej strane robota môžu obmedzovať iba ľavú stranu, na pravej iba pravú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39FD110-F3EB-4DFF-9D6F-3B1FCE8F2047}"/>
              </a:ext>
            </a:extLst>
          </p:cNvPr>
          <p:cNvSpPr/>
          <p:nvPr/>
        </p:nvSpPr>
        <p:spPr>
          <a:xfrm rot="5400000">
            <a:off x="2527491" y="4341891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0142E16-B59F-91FD-6EA7-A6F7667C8720}"/>
              </a:ext>
            </a:extLst>
          </p:cNvPr>
          <p:cNvSpPr/>
          <p:nvPr/>
        </p:nvSpPr>
        <p:spPr>
          <a:xfrm>
            <a:off x="2081446" y="3143250"/>
            <a:ext cx="1454150" cy="1454150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743461-B6DE-9901-85D3-304F549E444B}"/>
              </a:ext>
            </a:extLst>
          </p:cNvPr>
          <p:cNvSpPr/>
          <p:nvPr/>
        </p:nvSpPr>
        <p:spPr>
          <a:xfrm>
            <a:off x="2095967" y="4592306"/>
            <a:ext cx="1454150" cy="1454150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F27E5-B99E-20CE-705C-0933E3ED7C21}"/>
              </a:ext>
            </a:extLst>
          </p:cNvPr>
          <p:cNvGrpSpPr/>
          <p:nvPr/>
        </p:nvGrpSpPr>
        <p:grpSpPr>
          <a:xfrm>
            <a:off x="3060187" y="3634118"/>
            <a:ext cx="1356815" cy="1356815"/>
            <a:chOff x="3700551" y="3445426"/>
            <a:chExt cx="1356815" cy="135681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B7D422A-D0E4-517D-FE0D-A94D741C7538}"/>
                </a:ext>
              </a:extLst>
            </p:cNvPr>
            <p:cNvSpPr/>
            <p:nvPr/>
          </p:nvSpPr>
          <p:spPr>
            <a:xfrm>
              <a:off x="3700551" y="3445426"/>
              <a:ext cx="1356815" cy="1356815"/>
            </a:xfrm>
            <a:prstGeom prst="ellipse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940FC17-228F-B260-CC53-DBB1EFCC82DD}"/>
                </a:ext>
              </a:extLst>
            </p:cNvPr>
            <p:cNvSpPr/>
            <p:nvPr/>
          </p:nvSpPr>
          <p:spPr>
            <a:xfrm>
              <a:off x="4356100" y="4100975"/>
              <a:ext cx="45719" cy="45719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62ECF282-392A-4B26-3E9E-3540C6307902}"/>
              </a:ext>
            </a:extLst>
          </p:cNvPr>
          <p:cNvSpPr/>
          <p:nvPr/>
        </p:nvSpPr>
        <p:spPr>
          <a:xfrm>
            <a:off x="2785661" y="384746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635AE4-D53C-7402-EA4F-99FB0D96E467}"/>
              </a:ext>
            </a:extLst>
          </p:cNvPr>
          <p:cNvSpPr/>
          <p:nvPr/>
        </p:nvSpPr>
        <p:spPr>
          <a:xfrm>
            <a:off x="2800182" y="529652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8982BD-A7C2-E9C9-B17B-E736F76F00D5}"/>
              </a:ext>
            </a:extLst>
          </p:cNvPr>
          <p:cNvCxnSpPr>
            <a:stCxn id="7" idx="6"/>
            <a:endCxn id="8" idx="5"/>
          </p:cNvCxnSpPr>
          <p:nvPr/>
        </p:nvCxnSpPr>
        <p:spPr>
          <a:xfrm flipH="1" flipV="1">
            <a:off x="2824685" y="3886489"/>
            <a:ext cx="936770" cy="42603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DE52AC-414F-72E0-F921-51B7DCFF261E}"/>
                  </a:ext>
                </a:extLst>
              </p:cNvPr>
              <p:cNvSpPr txBox="1"/>
              <p:nvPr/>
            </p:nvSpPr>
            <p:spPr>
              <a:xfrm rot="1336083">
                <a:off x="3092887" y="3757175"/>
                <a:ext cx="400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DE52AC-414F-72E0-F921-51B7DCFF2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336083">
                <a:off x="3092887" y="3757175"/>
                <a:ext cx="40036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71D02C-817E-57A0-C506-CD86B718D85F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2845901" y="4298494"/>
            <a:ext cx="886645" cy="102088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251B9E-746A-2809-2B7E-42302F583575}"/>
                  </a:ext>
                </a:extLst>
              </p:cNvPr>
              <p:cNvSpPr txBox="1"/>
              <p:nvPr/>
            </p:nvSpPr>
            <p:spPr>
              <a:xfrm rot="7937215">
                <a:off x="3084262" y="4919877"/>
                <a:ext cx="430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251B9E-746A-2809-2B7E-42302F583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37215">
                <a:off x="3084262" y="4919877"/>
                <a:ext cx="4303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D3EA2D1-ECF0-7DBA-BA40-A6C5A9DF2035}"/>
              </a:ext>
            </a:extLst>
          </p:cNvPr>
          <p:cNvCxnSpPr/>
          <p:nvPr/>
        </p:nvCxnSpPr>
        <p:spPr>
          <a:xfrm>
            <a:off x="990600" y="4592306"/>
            <a:ext cx="52832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1072E3-F76C-E3D2-2329-EF5D92AB7D9B}"/>
              </a:ext>
            </a:extLst>
          </p:cNvPr>
          <p:cNvCxnSpPr>
            <a:stCxn id="7" idx="2"/>
            <a:endCxn id="6" idx="0"/>
          </p:cNvCxnSpPr>
          <p:nvPr/>
        </p:nvCxnSpPr>
        <p:spPr>
          <a:xfrm flipH="1">
            <a:off x="2823042" y="4312527"/>
            <a:ext cx="892694" cy="2797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58051587-A354-D1EE-476A-EA155B4F9750}"/>
              </a:ext>
            </a:extLst>
          </p:cNvPr>
          <p:cNvSpPr/>
          <p:nvPr/>
        </p:nvSpPr>
        <p:spPr>
          <a:xfrm>
            <a:off x="3274473" y="4417385"/>
            <a:ext cx="154527" cy="335108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B6908A5-2702-B9A1-B9E1-1B0B03FB9F91}"/>
                  </a:ext>
                </a:extLst>
              </p:cNvPr>
              <p:cNvSpPr txBox="1"/>
              <p:nvPr/>
            </p:nvSpPr>
            <p:spPr>
              <a:xfrm>
                <a:off x="3056178" y="4329105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B6908A5-2702-B9A1-B9E1-1B0B03FB9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178" y="4329105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B23CAA3-ABA0-04BA-F18C-8AEEC051A45B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2808521" y="3893184"/>
            <a:ext cx="14521" cy="699122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69ADBA9-C3C5-0B3F-2B8F-A62F535D1ED6}"/>
              </a:ext>
            </a:extLst>
          </p:cNvPr>
          <p:cNvCxnSpPr/>
          <p:nvPr/>
        </p:nvCxnSpPr>
        <p:spPr>
          <a:xfrm>
            <a:off x="2808520" y="4623115"/>
            <a:ext cx="14521" cy="699122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681C74A-BECD-0C76-D553-EA90E9AA9BF1}"/>
                  </a:ext>
                </a:extLst>
              </p:cNvPr>
              <p:cNvSpPr txBox="1"/>
              <p:nvPr/>
            </p:nvSpPr>
            <p:spPr>
              <a:xfrm>
                <a:off x="2501195" y="4003926"/>
                <a:ext cx="411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681C74A-BECD-0C76-D553-EA90E9AA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195" y="4003926"/>
                <a:ext cx="411844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A0AD337-E089-52D8-71A3-C9AB308CD0FA}"/>
                  </a:ext>
                </a:extLst>
              </p:cNvPr>
              <p:cNvSpPr txBox="1"/>
              <p:nvPr/>
            </p:nvSpPr>
            <p:spPr>
              <a:xfrm>
                <a:off x="2475468" y="4894047"/>
                <a:ext cx="4099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A0AD337-E089-52D8-71A3-C9AB308CD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68" y="4894047"/>
                <a:ext cx="40995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2178FB4-8F2C-5935-2204-D4268D814C3A}"/>
              </a:ext>
            </a:extLst>
          </p:cNvPr>
          <p:cNvCxnSpPr>
            <a:stCxn id="7" idx="3"/>
          </p:cNvCxnSpPr>
          <p:nvPr/>
        </p:nvCxnSpPr>
        <p:spPr>
          <a:xfrm flipV="1">
            <a:off x="3722431" y="4188593"/>
            <a:ext cx="646369" cy="14009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F25C45C-047C-E662-D1A8-05F35A58ECE5}"/>
                  </a:ext>
                </a:extLst>
              </p:cNvPr>
              <p:cNvSpPr txBox="1"/>
              <p:nvPr/>
            </p:nvSpPr>
            <p:spPr>
              <a:xfrm rot="21022209">
                <a:off x="3903065" y="3888281"/>
                <a:ext cx="419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F25C45C-047C-E662-D1A8-05F35A58E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22209">
                <a:off x="3903065" y="3888281"/>
                <a:ext cx="41902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EA08C0F-F5B2-7A18-09A0-FB85F35FC953}"/>
                  </a:ext>
                </a:extLst>
              </p:cNvPr>
              <p:cNvSpPr txBox="1"/>
              <p:nvPr/>
            </p:nvSpPr>
            <p:spPr>
              <a:xfrm>
                <a:off x="6016456" y="4015782"/>
                <a:ext cx="1348190" cy="1365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sk-SK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sk-SK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sk-SK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sk-SK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sk-S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sk-S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sk-S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sk-S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</m:m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EA08C0F-F5B2-7A18-09A0-FB85F35FC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456" y="4015782"/>
                <a:ext cx="1348190" cy="13653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611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E8CBD-743B-0F89-B66F-885E1B6F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DB5B4AC-8182-FFE6-D121-DD66E50EB3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48316" y="643073"/>
                <a:ext cx="8596668" cy="1320800"/>
              </a:xfrm>
            </p:spPr>
            <p:txBody>
              <a:bodyPr/>
              <a:lstStyle/>
              <a:p>
                <a:r>
                  <a:rPr lang="sk-SK" dirty="0"/>
                  <a:t>Vytvorenie polárneho </a:t>
                </a:r>
                <a:r>
                  <a:rPr lang="sk-SK" dirty="0" err="1"/>
                  <a:t>histogramu</a:t>
                </a:r>
                <a:r>
                  <a:rPr lang="sk-SK" dirty="0"/>
                  <a:t> s maskou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sk-SK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DB5B4AC-8182-FFE6-D121-DD66E50EB3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8316" y="643073"/>
                <a:ext cx="8596668" cy="1320800"/>
              </a:xfrm>
              <a:blipFill>
                <a:blip r:embed="rId2"/>
                <a:stretch>
                  <a:fillRect l="-2126" t="-6452" b="-783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2701D-497E-D38D-39C9-6614B44F66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k-SK" dirty="0"/>
                  <a:t>Ak prekážka zasahuje, treba nastaviť obmedzovací </a:t>
                </a:r>
                <a:r>
                  <a:rPr lang="sk-SK" dirty="0" err="1"/>
                  <a:t>uloh</a:t>
                </a:r>
                <a:r>
                  <a:rPr lang="sk-S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sk-SK" dirty="0"/>
                  <a:t> alebo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sk-SK" dirty="0"/>
                  <a:t> </a:t>
                </a:r>
              </a:p>
              <a:p>
                <a:r>
                  <a:rPr lang="sk-SK" dirty="0"/>
                  <a:t>Vytvorí sa nová maska ako: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2701D-497E-D38D-39C9-6614B44F6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C309A1D-D89C-F6AC-40CB-CA5A5A56B49E}"/>
              </a:ext>
            </a:extLst>
          </p:cNvPr>
          <p:cNvSpPr/>
          <p:nvPr/>
        </p:nvSpPr>
        <p:spPr>
          <a:xfrm rot="5400000">
            <a:off x="2527491" y="4341891"/>
            <a:ext cx="562060" cy="5033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5D5B7C-2B9E-29B5-FBDC-733125D10B80}"/>
              </a:ext>
            </a:extLst>
          </p:cNvPr>
          <p:cNvSpPr/>
          <p:nvPr/>
        </p:nvSpPr>
        <p:spPr>
          <a:xfrm>
            <a:off x="2081446" y="3143250"/>
            <a:ext cx="1454150" cy="1454150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F66BA7-8025-4208-D155-8722F4542AE4}"/>
              </a:ext>
            </a:extLst>
          </p:cNvPr>
          <p:cNvSpPr/>
          <p:nvPr/>
        </p:nvSpPr>
        <p:spPr>
          <a:xfrm>
            <a:off x="2095967" y="4592306"/>
            <a:ext cx="1454150" cy="1454150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578515-F503-944A-DED0-245B10C19C8F}"/>
              </a:ext>
            </a:extLst>
          </p:cNvPr>
          <p:cNvGrpSpPr/>
          <p:nvPr/>
        </p:nvGrpSpPr>
        <p:grpSpPr>
          <a:xfrm>
            <a:off x="3060187" y="3634118"/>
            <a:ext cx="1356815" cy="1356815"/>
            <a:chOff x="3700551" y="3445426"/>
            <a:chExt cx="1356815" cy="135681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319FC1B-B7CD-B789-C559-031C8B35D51B}"/>
                </a:ext>
              </a:extLst>
            </p:cNvPr>
            <p:cNvSpPr/>
            <p:nvPr/>
          </p:nvSpPr>
          <p:spPr>
            <a:xfrm>
              <a:off x="3700551" y="3445426"/>
              <a:ext cx="1356815" cy="1356815"/>
            </a:xfrm>
            <a:prstGeom prst="ellipse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E2C71DA-45D6-04B8-B8F6-D4BA1DAA1A35}"/>
                </a:ext>
              </a:extLst>
            </p:cNvPr>
            <p:cNvSpPr/>
            <p:nvPr/>
          </p:nvSpPr>
          <p:spPr>
            <a:xfrm>
              <a:off x="4356100" y="4100975"/>
              <a:ext cx="45719" cy="45719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8B54B1DA-BA8B-642B-CC0D-DF66602FF419}"/>
              </a:ext>
            </a:extLst>
          </p:cNvPr>
          <p:cNvSpPr/>
          <p:nvPr/>
        </p:nvSpPr>
        <p:spPr>
          <a:xfrm>
            <a:off x="2785661" y="384746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F6CA84-5C1C-4222-7582-68279F9C8665}"/>
              </a:ext>
            </a:extLst>
          </p:cNvPr>
          <p:cNvSpPr/>
          <p:nvPr/>
        </p:nvSpPr>
        <p:spPr>
          <a:xfrm>
            <a:off x="2800182" y="529652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A614B3-3A46-017F-6A4C-13BCFFA7AD16}"/>
              </a:ext>
            </a:extLst>
          </p:cNvPr>
          <p:cNvCxnSpPr>
            <a:stCxn id="7" idx="6"/>
            <a:endCxn id="8" idx="5"/>
          </p:cNvCxnSpPr>
          <p:nvPr/>
        </p:nvCxnSpPr>
        <p:spPr>
          <a:xfrm flipH="1" flipV="1">
            <a:off x="2824685" y="3886489"/>
            <a:ext cx="936770" cy="42603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649888-0126-53E2-AFA4-6785561BE391}"/>
                  </a:ext>
                </a:extLst>
              </p:cNvPr>
              <p:cNvSpPr txBox="1"/>
              <p:nvPr/>
            </p:nvSpPr>
            <p:spPr>
              <a:xfrm rot="1336083">
                <a:off x="3092887" y="3757175"/>
                <a:ext cx="400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4649888-0126-53E2-AFA4-6785561BE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336083">
                <a:off x="3092887" y="3757175"/>
                <a:ext cx="4003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B1CDC8-B616-DB34-5212-0CB6624ABA8C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2845901" y="4298494"/>
            <a:ext cx="886645" cy="102088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69C76D-5D87-3288-DED8-2AB1D6537A30}"/>
                  </a:ext>
                </a:extLst>
              </p:cNvPr>
              <p:cNvSpPr txBox="1"/>
              <p:nvPr/>
            </p:nvSpPr>
            <p:spPr>
              <a:xfrm rot="7937215">
                <a:off x="3084262" y="4919877"/>
                <a:ext cx="430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69C76D-5D87-3288-DED8-2AB1D6537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37215">
                <a:off x="3084262" y="4919877"/>
                <a:ext cx="4303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95E06F3-E7A5-2D4A-FB8C-8A836CED9DA8}"/>
              </a:ext>
            </a:extLst>
          </p:cNvPr>
          <p:cNvCxnSpPr/>
          <p:nvPr/>
        </p:nvCxnSpPr>
        <p:spPr>
          <a:xfrm>
            <a:off x="990600" y="4592306"/>
            <a:ext cx="52832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3A80F57-A8F8-64FD-0D52-0FF7006AC44A}"/>
              </a:ext>
            </a:extLst>
          </p:cNvPr>
          <p:cNvCxnSpPr>
            <a:stCxn id="7" idx="2"/>
            <a:endCxn id="6" idx="0"/>
          </p:cNvCxnSpPr>
          <p:nvPr/>
        </p:nvCxnSpPr>
        <p:spPr>
          <a:xfrm flipH="1">
            <a:off x="2823042" y="4312527"/>
            <a:ext cx="892694" cy="2797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9872379F-99D2-958F-EEF6-E66FAB7AC623}"/>
              </a:ext>
            </a:extLst>
          </p:cNvPr>
          <p:cNvSpPr/>
          <p:nvPr/>
        </p:nvSpPr>
        <p:spPr>
          <a:xfrm>
            <a:off x="3274473" y="4417385"/>
            <a:ext cx="154527" cy="335108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B0DC85F-6091-EE1B-077C-30EF2EE0B717}"/>
                  </a:ext>
                </a:extLst>
              </p:cNvPr>
              <p:cNvSpPr txBox="1"/>
              <p:nvPr/>
            </p:nvSpPr>
            <p:spPr>
              <a:xfrm>
                <a:off x="3056178" y="4329105"/>
                <a:ext cx="4660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B0DC85F-6091-EE1B-077C-30EF2EE0B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178" y="4329105"/>
                <a:ext cx="466090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8903A1B-31C4-E7E0-D8EA-808A3FFD4004}"/>
              </a:ext>
            </a:extLst>
          </p:cNvPr>
          <p:cNvCxnSpPr>
            <a:stCxn id="8" idx="4"/>
            <a:endCxn id="6" idx="0"/>
          </p:cNvCxnSpPr>
          <p:nvPr/>
        </p:nvCxnSpPr>
        <p:spPr>
          <a:xfrm>
            <a:off x="2808521" y="3893184"/>
            <a:ext cx="14521" cy="699122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374F388-991D-DE25-A87A-080409CB232A}"/>
              </a:ext>
            </a:extLst>
          </p:cNvPr>
          <p:cNvCxnSpPr/>
          <p:nvPr/>
        </p:nvCxnSpPr>
        <p:spPr>
          <a:xfrm>
            <a:off x="2808520" y="4623115"/>
            <a:ext cx="14521" cy="699122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0B11DAF-1D7C-B8FE-3716-AD2F782DE4BC}"/>
                  </a:ext>
                </a:extLst>
              </p:cNvPr>
              <p:cNvSpPr txBox="1"/>
              <p:nvPr/>
            </p:nvSpPr>
            <p:spPr>
              <a:xfrm>
                <a:off x="2501195" y="4003926"/>
                <a:ext cx="411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0B11DAF-1D7C-B8FE-3716-AD2F782DE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195" y="4003926"/>
                <a:ext cx="411844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776AFCC-C124-8976-80AD-0B478897488B}"/>
                  </a:ext>
                </a:extLst>
              </p:cNvPr>
              <p:cNvSpPr txBox="1"/>
              <p:nvPr/>
            </p:nvSpPr>
            <p:spPr>
              <a:xfrm>
                <a:off x="2475468" y="4894047"/>
                <a:ext cx="4099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776AFCC-C124-8976-80AD-0B4788974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68" y="4894047"/>
                <a:ext cx="40995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3A34724-9C6D-C459-5B82-4FB6FEBB94CF}"/>
              </a:ext>
            </a:extLst>
          </p:cNvPr>
          <p:cNvCxnSpPr>
            <a:stCxn id="7" idx="3"/>
          </p:cNvCxnSpPr>
          <p:nvPr/>
        </p:nvCxnSpPr>
        <p:spPr>
          <a:xfrm flipV="1">
            <a:off x="3722431" y="4188593"/>
            <a:ext cx="646369" cy="14009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4C60D6F-CA45-CA63-ACE4-D2437E4DC1F7}"/>
                  </a:ext>
                </a:extLst>
              </p:cNvPr>
              <p:cNvSpPr txBox="1"/>
              <p:nvPr/>
            </p:nvSpPr>
            <p:spPr>
              <a:xfrm rot="21022209">
                <a:off x="3903065" y="3888281"/>
                <a:ext cx="419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4C60D6F-CA45-CA63-ACE4-D2437E4DC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22209">
                <a:off x="3903065" y="3888281"/>
                <a:ext cx="4190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293B59-DFEF-A3B8-7C44-59703E74340F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990600" y="4312526"/>
            <a:ext cx="1832442" cy="27978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B0AB39-4169-CAA4-FCBB-AD0FF9D9CC73}"/>
              </a:ext>
            </a:extLst>
          </p:cNvPr>
          <p:cNvCxnSpPr>
            <a:stCxn id="6" idx="0"/>
          </p:cNvCxnSpPr>
          <p:nvPr/>
        </p:nvCxnSpPr>
        <p:spPr>
          <a:xfrm flipH="1">
            <a:off x="990600" y="4592306"/>
            <a:ext cx="1832442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1FF15E-B80E-3B6A-E414-83B5D90C87A2}"/>
              </a:ext>
            </a:extLst>
          </p:cNvPr>
          <p:cNvCxnSpPr>
            <a:cxnSpLocks/>
          </p:cNvCxnSpPr>
          <p:nvPr/>
        </p:nvCxnSpPr>
        <p:spPr>
          <a:xfrm flipV="1">
            <a:off x="798384" y="4015782"/>
            <a:ext cx="281116" cy="450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5BA291B-C6C7-2B28-AAC5-02144B05EEA9}"/>
                  </a:ext>
                </a:extLst>
              </p:cNvPr>
              <p:cNvSpPr txBox="1"/>
              <p:nvPr/>
            </p:nvSpPr>
            <p:spPr>
              <a:xfrm>
                <a:off x="972727" y="3994182"/>
                <a:ext cx="4726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k-S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sk-SK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5BA291B-C6C7-2B28-AAC5-02144B05E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27" y="3994182"/>
                <a:ext cx="472680" cy="369332"/>
              </a:xfrm>
              <a:prstGeom prst="rect">
                <a:avLst/>
              </a:prstGeom>
              <a:blipFill>
                <a:blip r:embed="rId10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F5105D-86E4-F211-181C-F74968747DD7}"/>
                  </a:ext>
                </a:extLst>
              </p:cNvPr>
              <p:cNvSpPr txBox="1"/>
              <p:nvPr/>
            </p:nvSpPr>
            <p:spPr>
              <a:xfrm>
                <a:off x="896760" y="4519718"/>
                <a:ext cx="4726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k-S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sk-SK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1F5105D-86E4-F211-181C-F74968747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60" y="4519718"/>
                <a:ext cx="472680" cy="369332"/>
              </a:xfrm>
              <a:prstGeom prst="rect">
                <a:avLst/>
              </a:prstGeom>
              <a:blipFill>
                <a:blip r:embed="rId11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B05F7FD-BBDA-B15E-6187-1468C1DEF9C6}"/>
              </a:ext>
            </a:extLst>
          </p:cNvPr>
          <p:cNvCxnSpPr>
            <a:stCxn id="6" idx="0"/>
          </p:cNvCxnSpPr>
          <p:nvPr/>
        </p:nvCxnSpPr>
        <p:spPr>
          <a:xfrm flipV="1">
            <a:off x="2823042" y="3749947"/>
            <a:ext cx="2739558" cy="84235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505CCA-DB8B-F753-A250-0E3EEF00A7EC}"/>
                  </a:ext>
                </a:extLst>
              </p:cNvPr>
              <p:cNvSpPr txBox="1"/>
              <p:nvPr/>
            </p:nvSpPr>
            <p:spPr>
              <a:xfrm>
                <a:off x="4564150" y="3500992"/>
                <a:ext cx="13641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sk-SK" b="0" dirty="0"/>
                  <a:t>Nové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sk-SK" dirty="0"/>
                  <a:t> 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4505CCA-DB8B-F753-A250-0E3EEF00A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150" y="3500992"/>
                <a:ext cx="1364142" cy="369332"/>
              </a:xfrm>
              <a:prstGeom prst="rect">
                <a:avLst/>
              </a:prstGeom>
              <a:blipFill>
                <a:blip r:embed="rId12"/>
                <a:stretch>
                  <a:fillRect l="-4036" t="-9836" b="-22951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919AEF-E856-733E-7BB9-DCF6983C1521}"/>
                  </a:ext>
                </a:extLst>
              </p:cNvPr>
              <p:cNvSpPr txBox="1"/>
              <p:nvPr/>
            </p:nvSpPr>
            <p:spPr>
              <a:xfrm>
                <a:off x="5599981" y="2669498"/>
                <a:ext cx="4933658" cy="9083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sk-SK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sk-SK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𝑎𝑘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sk-SK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⋀ (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d>
                              <m:dPr>
                                <m:ctrl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sk-S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360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sk-S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sk-SK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sSubSup>
                              <m:sSubSupPr>
                                <m:ctrlPr>
                                  <a:rPr lang="sk-SK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sk-SK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sk-SK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r>
                              <m:rPr>
                                <m:brk m:alnAt="7"/>
                              </m:rPr>
                              <a:rPr lang="sk-SK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</m:m>
                    </m:oMath>
                  </m:oMathPara>
                </a14:m>
                <a:endParaRPr lang="sk-SK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919AEF-E856-733E-7BB9-DCF6983C1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981" y="2669498"/>
                <a:ext cx="4933658" cy="90839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B873C6FB-4241-C76D-3C6D-E600FA989652}"/>
              </a:ext>
            </a:extLst>
          </p:cNvPr>
          <p:cNvGrpSpPr/>
          <p:nvPr/>
        </p:nvGrpSpPr>
        <p:grpSpPr>
          <a:xfrm>
            <a:off x="6475717" y="3787554"/>
            <a:ext cx="3720366" cy="1356815"/>
            <a:chOff x="953228" y="1787083"/>
            <a:chExt cx="6704138" cy="268966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A154345-9E6D-9E08-4157-E215E596D1CB}"/>
                </a:ext>
              </a:extLst>
            </p:cNvPr>
            <p:cNvGrpSpPr/>
            <p:nvPr/>
          </p:nvGrpSpPr>
          <p:grpSpPr>
            <a:xfrm>
              <a:off x="953228" y="1787083"/>
              <a:ext cx="6704138" cy="2689666"/>
              <a:chOff x="1514106" y="2583809"/>
              <a:chExt cx="7336279" cy="3332568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090539F-A412-6448-C930-D99D58AEC0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4576" y="5444455"/>
                <a:ext cx="7155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C19ABD68-6AEB-B741-A67C-2F412EA25E71}"/>
                  </a:ext>
                </a:extLst>
              </p:cNvPr>
              <p:cNvCxnSpPr/>
              <p:nvPr/>
            </p:nvCxnSpPr>
            <p:spPr>
              <a:xfrm flipV="1">
                <a:off x="2038525" y="2583809"/>
                <a:ext cx="0" cy="32129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5A5637BE-6855-82ED-645E-A69457CA01AB}"/>
                      </a:ext>
                    </a:extLst>
                  </p:cNvPr>
                  <p:cNvSpPr/>
                  <p:nvPr/>
                </p:nvSpPr>
                <p:spPr>
                  <a:xfrm>
                    <a:off x="8241643" y="5393157"/>
                    <a:ext cx="468077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sk-SK" dirty="0"/>
                  </a:p>
                </p:txBody>
              </p:sp>
            </mc:Choice>
            <mc:Fallback xmlns="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5A5637BE-6855-82ED-645E-A69457CA01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41643" y="5393157"/>
                    <a:ext cx="468077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5385" b="-85714"/>
                    </a:stretch>
                  </a:blipFill>
                </p:spPr>
                <p:txBody>
                  <a:bodyPr/>
                  <a:lstStyle/>
                  <a:p>
                    <a:r>
                      <a:rPr lang="sk-S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DF2ED041-FE84-885F-2E4A-628FF915B2ED}"/>
                      </a:ext>
                    </a:extLst>
                  </p:cNvPr>
                  <p:cNvSpPr/>
                  <p:nvPr/>
                </p:nvSpPr>
                <p:spPr>
                  <a:xfrm>
                    <a:off x="1514106" y="2677740"/>
                    <a:ext cx="472950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sk-SK" dirty="0"/>
                  </a:p>
                </p:txBody>
              </p:sp>
            </mc:Choice>
            <mc:Fallback xmlns=""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DF2ED041-FE84-885F-2E4A-628FF915B2E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4106" y="2677740"/>
                    <a:ext cx="472950" cy="5232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7500" b="-120000"/>
                    </a:stretch>
                  </a:blipFill>
                </p:spPr>
                <p:txBody>
                  <a:bodyPr/>
                  <a:lstStyle/>
                  <a:p>
                    <a:r>
                      <a:rPr lang="sk-S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C599327-4FD3-8D6B-9828-DBF26CA75CC9}"/>
                </a:ext>
              </a:extLst>
            </p:cNvPr>
            <p:cNvSpPr/>
            <p:nvPr/>
          </p:nvSpPr>
          <p:spPr>
            <a:xfrm>
              <a:off x="1420578" y="2634647"/>
              <a:ext cx="306622" cy="1448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2C4B94D-21BB-888E-A66D-11F4F779709A}"/>
                </a:ext>
              </a:extLst>
            </p:cNvPr>
            <p:cNvSpPr/>
            <p:nvPr/>
          </p:nvSpPr>
          <p:spPr>
            <a:xfrm>
              <a:off x="1734890" y="2634647"/>
              <a:ext cx="306622" cy="1448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048F2C7-8296-029A-D054-03E683499050}"/>
                </a:ext>
              </a:extLst>
            </p:cNvPr>
            <p:cNvSpPr/>
            <p:nvPr/>
          </p:nvSpPr>
          <p:spPr>
            <a:xfrm>
              <a:off x="2048184" y="2634647"/>
              <a:ext cx="306622" cy="14488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5C3FB45-903E-DC7C-539E-9E38794B705A}"/>
              </a:ext>
            </a:extLst>
          </p:cNvPr>
          <p:cNvGrpSpPr/>
          <p:nvPr/>
        </p:nvGrpSpPr>
        <p:grpSpPr>
          <a:xfrm>
            <a:off x="6475717" y="5305100"/>
            <a:ext cx="3720366" cy="1356815"/>
            <a:chOff x="953228" y="1787083"/>
            <a:chExt cx="6704138" cy="2689666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1F914DA-2ABE-D421-0E5C-F91D83FA1C3E}"/>
                </a:ext>
              </a:extLst>
            </p:cNvPr>
            <p:cNvGrpSpPr/>
            <p:nvPr/>
          </p:nvGrpSpPr>
          <p:grpSpPr>
            <a:xfrm>
              <a:off x="953228" y="1787083"/>
              <a:ext cx="6704138" cy="2689666"/>
              <a:chOff x="1514106" y="2583809"/>
              <a:chExt cx="7336279" cy="3332568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18A51937-8D24-0281-992B-940FFDDD5E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4576" y="5444455"/>
                <a:ext cx="7155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A72F3A29-2936-4ACC-FC6E-031369F1719E}"/>
                  </a:ext>
                </a:extLst>
              </p:cNvPr>
              <p:cNvCxnSpPr/>
              <p:nvPr/>
            </p:nvCxnSpPr>
            <p:spPr>
              <a:xfrm flipV="1">
                <a:off x="2038525" y="2583809"/>
                <a:ext cx="0" cy="32129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53AEB36C-D330-4993-1C7C-F61918D1F621}"/>
                      </a:ext>
                    </a:extLst>
                  </p:cNvPr>
                  <p:cNvSpPr/>
                  <p:nvPr/>
                </p:nvSpPr>
                <p:spPr>
                  <a:xfrm>
                    <a:off x="8241643" y="5393157"/>
                    <a:ext cx="468077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sk-SK" dirty="0"/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53AEB36C-D330-4993-1C7C-F61918D1F6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41643" y="5393157"/>
                    <a:ext cx="468077" cy="5232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15385" b="-85714"/>
                    </a:stretch>
                  </a:blipFill>
                </p:spPr>
                <p:txBody>
                  <a:bodyPr/>
                  <a:lstStyle/>
                  <a:p>
                    <a:r>
                      <a:rPr lang="sk-S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107DE18-6358-423F-78DC-459523E8334C}"/>
                      </a:ext>
                    </a:extLst>
                  </p:cNvPr>
                  <p:cNvSpPr/>
                  <p:nvPr/>
                </p:nvSpPr>
                <p:spPr>
                  <a:xfrm>
                    <a:off x="1514106" y="2677740"/>
                    <a:ext cx="472950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sk-SK" dirty="0"/>
                  </a:p>
                </p:txBody>
              </p:sp>
            </mc:Choice>
            <mc:Fallback xmlns="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107DE18-6358-423F-78DC-459523E833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4106" y="2677740"/>
                    <a:ext cx="472950" cy="52322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17500" b="-126471"/>
                    </a:stretch>
                  </a:blipFill>
                </p:spPr>
                <p:txBody>
                  <a:bodyPr/>
                  <a:lstStyle/>
                  <a:p>
                    <a:r>
                      <a:rPr lang="sk-S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703B7AF-5D44-58C7-8C7D-40D8B529A917}"/>
                </a:ext>
              </a:extLst>
            </p:cNvPr>
            <p:cNvSpPr/>
            <p:nvPr/>
          </p:nvSpPr>
          <p:spPr>
            <a:xfrm>
              <a:off x="1420578" y="2634647"/>
              <a:ext cx="306622" cy="1448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D349CB5-44A1-B827-FBB3-553698E3A0E9}"/>
                </a:ext>
              </a:extLst>
            </p:cNvPr>
            <p:cNvSpPr/>
            <p:nvPr/>
          </p:nvSpPr>
          <p:spPr>
            <a:xfrm>
              <a:off x="1734890" y="2634647"/>
              <a:ext cx="306622" cy="14488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CBE49A-3DBF-9004-21F0-E068092A80F4}"/>
                </a:ext>
              </a:extLst>
            </p:cNvPr>
            <p:cNvSpPr/>
            <p:nvPr/>
          </p:nvSpPr>
          <p:spPr>
            <a:xfrm>
              <a:off x="2048184" y="2634647"/>
              <a:ext cx="306622" cy="14488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45393C20-532A-A4B8-52D1-77CDA198CB1D}"/>
              </a:ext>
            </a:extLst>
          </p:cNvPr>
          <p:cNvSpPr/>
          <p:nvPr/>
        </p:nvSpPr>
        <p:spPr>
          <a:xfrm>
            <a:off x="7258608" y="5732657"/>
            <a:ext cx="170156" cy="730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F651E9F-5392-1214-2657-097A9675E9D0}"/>
              </a:ext>
            </a:extLst>
          </p:cNvPr>
          <p:cNvSpPr/>
          <p:nvPr/>
        </p:nvSpPr>
        <p:spPr>
          <a:xfrm>
            <a:off x="7436733" y="5732657"/>
            <a:ext cx="170156" cy="730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BF8942-127A-1C61-5934-16DD46871F54}"/>
              </a:ext>
            </a:extLst>
          </p:cNvPr>
          <p:cNvSpPr/>
          <p:nvPr/>
        </p:nvSpPr>
        <p:spPr>
          <a:xfrm>
            <a:off x="9947167" y="4227595"/>
            <a:ext cx="170156" cy="730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33F816-B7FA-565F-D029-D96EC3A58330}"/>
              </a:ext>
            </a:extLst>
          </p:cNvPr>
          <p:cNvSpPr/>
          <p:nvPr/>
        </p:nvSpPr>
        <p:spPr>
          <a:xfrm>
            <a:off x="7602522" y="5735778"/>
            <a:ext cx="170156" cy="730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486A15-58B3-5ADC-81F2-3C186EA75E26}"/>
              </a:ext>
            </a:extLst>
          </p:cNvPr>
          <p:cNvSpPr/>
          <p:nvPr/>
        </p:nvSpPr>
        <p:spPr>
          <a:xfrm>
            <a:off x="9947167" y="5742021"/>
            <a:ext cx="170156" cy="730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2E9B103-13A2-1BED-FAD0-968C5AAF8A63}"/>
              </a:ext>
            </a:extLst>
          </p:cNvPr>
          <p:cNvSpPr/>
          <p:nvPr/>
        </p:nvSpPr>
        <p:spPr>
          <a:xfrm>
            <a:off x="7780647" y="5732657"/>
            <a:ext cx="170156" cy="730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FE4E710-B13A-7AFF-4AE3-DA70CB3A9689}"/>
              </a:ext>
            </a:extLst>
          </p:cNvPr>
          <p:cNvSpPr/>
          <p:nvPr/>
        </p:nvSpPr>
        <p:spPr>
          <a:xfrm>
            <a:off x="7954248" y="5732657"/>
            <a:ext cx="170156" cy="730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D4A9DC3-688D-88B1-203A-A9B7714F10EC}"/>
              </a:ext>
            </a:extLst>
          </p:cNvPr>
          <p:cNvSpPr/>
          <p:nvPr/>
        </p:nvSpPr>
        <p:spPr>
          <a:xfrm>
            <a:off x="8123911" y="5732657"/>
            <a:ext cx="170156" cy="730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1315F13D-94BE-C829-5BEE-DBC85B57B30E}"/>
              </a:ext>
            </a:extLst>
          </p:cNvPr>
          <p:cNvSpPr/>
          <p:nvPr/>
        </p:nvSpPr>
        <p:spPr>
          <a:xfrm>
            <a:off x="8381660" y="5104543"/>
            <a:ext cx="241639" cy="4518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9401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A584986-7E94-35B9-3A6C-EFF9B05835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sk-SK" dirty="0"/>
                  <a:t>Príprava kandidátskych smerov nad maskovaným </a:t>
                </a:r>
                <a:r>
                  <a:rPr lang="sk-SK" dirty="0" err="1"/>
                  <a:t>histogramom</a:t>
                </a:r>
                <a:r>
                  <a:rPr lang="sk-SK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sk-SK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A584986-7E94-35B9-3A6C-EFF9B0583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6452" b="-783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A3AD7-62BE-7301-FEE9-FE8E6C12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Výber kandidátskych smerov</a:t>
            </a:r>
          </a:p>
          <a:p>
            <a:pPr lvl="1"/>
            <a:r>
              <a:rPr lang="sk-SK" dirty="0"/>
              <a:t>Úzky prechod pridáva kandidátsky smer v strede priechodu</a:t>
            </a:r>
          </a:p>
          <a:p>
            <a:pPr lvl="1"/>
            <a:r>
              <a:rPr lang="sk-SK" dirty="0"/>
              <a:t>Široký prechod pridáva kandidátske smery na krajoch priechodu</a:t>
            </a:r>
          </a:p>
          <a:p>
            <a:pPr lvl="1"/>
            <a:r>
              <a:rPr lang="sk-SK" dirty="0"/>
              <a:t>Ak je cieľ vo voľnom sektore pridá sa ako kandidátsky smer</a:t>
            </a:r>
          </a:p>
          <a:p>
            <a:pPr lvl="1"/>
            <a:endParaRPr lang="sk-SK" dirty="0"/>
          </a:p>
          <a:p>
            <a:pPr lvl="1"/>
            <a:endParaRPr lang="sk-SK" dirty="0"/>
          </a:p>
          <a:p>
            <a:pPr lvl="1"/>
            <a:endParaRPr lang="sk-SK" dirty="0"/>
          </a:p>
          <a:p>
            <a:pPr lvl="1"/>
            <a:endParaRPr lang="sk-SK" dirty="0"/>
          </a:p>
          <a:p>
            <a:pPr lvl="1"/>
            <a:endParaRPr lang="sk-SK" dirty="0"/>
          </a:p>
          <a:p>
            <a:pPr marL="457200" lvl="1" indent="0">
              <a:buNone/>
            </a:pPr>
            <a:endParaRPr lang="sk-SK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582F4A-B7F4-AC22-10BF-A47866541709}"/>
              </a:ext>
            </a:extLst>
          </p:cNvPr>
          <p:cNvGrpSpPr/>
          <p:nvPr/>
        </p:nvGrpSpPr>
        <p:grpSpPr>
          <a:xfrm>
            <a:off x="565878" y="3282950"/>
            <a:ext cx="6704138" cy="2089150"/>
            <a:chOff x="1029428" y="4305300"/>
            <a:chExt cx="6704138" cy="208915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FBF2D4B-6171-FB36-9640-0F4D90C80A9A}"/>
                </a:ext>
              </a:extLst>
            </p:cNvPr>
            <p:cNvGrpSpPr/>
            <p:nvPr/>
          </p:nvGrpSpPr>
          <p:grpSpPr>
            <a:xfrm>
              <a:off x="1029428" y="4305300"/>
              <a:ext cx="6704138" cy="2089150"/>
              <a:chOff x="1067528" y="3009900"/>
              <a:chExt cx="6704138" cy="208915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921F96A-65B4-F31D-87A2-6B322B0D2957}"/>
                  </a:ext>
                </a:extLst>
              </p:cNvPr>
              <p:cNvGrpSpPr/>
              <p:nvPr/>
            </p:nvGrpSpPr>
            <p:grpSpPr>
              <a:xfrm>
                <a:off x="1067528" y="3009900"/>
                <a:ext cx="6704138" cy="2089150"/>
                <a:chOff x="1010378" y="2273300"/>
                <a:chExt cx="6704138" cy="2089150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A10F020E-2E75-652A-B5D0-828F1FE5EB01}"/>
                    </a:ext>
                  </a:extLst>
                </p:cNvPr>
                <p:cNvGrpSpPr/>
                <p:nvPr/>
              </p:nvGrpSpPr>
              <p:grpSpPr>
                <a:xfrm>
                  <a:off x="1010378" y="2273300"/>
                  <a:ext cx="6704138" cy="2089150"/>
                  <a:chOff x="953228" y="1787083"/>
                  <a:chExt cx="6704138" cy="2689666"/>
                </a:xfrm>
              </p:grpSpPr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D73FD536-983B-A132-17D6-878A5775972A}"/>
                      </a:ext>
                    </a:extLst>
                  </p:cNvPr>
                  <p:cNvGrpSpPr/>
                  <p:nvPr/>
                </p:nvGrpSpPr>
                <p:grpSpPr>
                  <a:xfrm>
                    <a:off x="953228" y="1787083"/>
                    <a:ext cx="6704138" cy="2689666"/>
                    <a:chOff x="1514106" y="2583809"/>
                    <a:chExt cx="7336279" cy="3332568"/>
                  </a:xfrm>
                </p:grpSpPr>
                <p:cxnSp>
                  <p:nvCxnSpPr>
                    <p:cNvPr id="12" name="Straight Arrow Connector 11">
                      <a:extLst>
                        <a:ext uri="{FF2B5EF4-FFF2-40B4-BE49-F238E27FC236}">
                          <a16:creationId xmlns:a16="http://schemas.microsoft.com/office/drawing/2014/main" id="{FA917DD8-D5D7-2C2D-064D-BAA3EFF454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94576" y="5444455"/>
                      <a:ext cx="715580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Straight Arrow Connector 12">
                      <a:extLst>
                        <a:ext uri="{FF2B5EF4-FFF2-40B4-BE49-F238E27FC236}">
                          <a16:creationId xmlns:a16="http://schemas.microsoft.com/office/drawing/2014/main" id="{A6164781-9589-7B3D-F10B-267DF6B1F9C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038525" y="2583809"/>
                      <a:ext cx="0" cy="3212984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" name="Rectangle 13">
                          <a:extLst>
                            <a:ext uri="{FF2B5EF4-FFF2-40B4-BE49-F238E27FC236}">
                              <a16:creationId xmlns:a16="http://schemas.microsoft.com/office/drawing/2014/main" id="{B16A1304-1E6E-E679-270B-34D722BD6D1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41643" y="5393157"/>
                          <a:ext cx="468077" cy="523220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sk-SK" dirty="0"/>
                        </a:p>
                      </p:txBody>
                    </p:sp>
                  </mc:Choice>
                  <mc:Fallback xmlns="">
                    <p:sp>
                      <p:nvSpPr>
                        <p:cNvPr id="14" name="Rectangle 13">
                          <a:extLst>
                            <a:ext uri="{FF2B5EF4-FFF2-40B4-BE49-F238E27FC236}">
                              <a16:creationId xmlns:a16="http://schemas.microsoft.com/office/drawing/2014/main" id="{B16A1304-1E6E-E679-270B-34D722BD6D1A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241643" y="5393157"/>
                          <a:ext cx="468077" cy="523220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 b="-2222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k-SK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" name="Rectangle 14">
                          <a:extLst>
                            <a:ext uri="{FF2B5EF4-FFF2-40B4-BE49-F238E27FC236}">
                              <a16:creationId xmlns:a16="http://schemas.microsoft.com/office/drawing/2014/main" id="{A666DE12-F3B5-2E5A-6DB0-E9591A97D1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14106" y="2677740"/>
                          <a:ext cx="472950" cy="523220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sk-SK" dirty="0"/>
                        </a:p>
                      </p:txBody>
                    </p:sp>
                  </mc:Choice>
                  <mc:Fallback xmlns="">
                    <p:sp>
                      <p:nvSpPr>
                        <p:cNvPr id="15" name="Rectangle 14">
                          <a:extLst>
                            <a:ext uri="{FF2B5EF4-FFF2-40B4-BE49-F238E27FC236}">
                              <a16:creationId xmlns:a16="http://schemas.microsoft.com/office/drawing/2014/main" id="{A666DE12-F3B5-2E5A-6DB0-E9591A97D19E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14106" y="2677740"/>
                          <a:ext cx="472950" cy="523220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b="-44444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k-SK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69EF8360-079C-2261-353C-B1F9F773DBF1}"/>
                      </a:ext>
                    </a:extLst>
                  </p:cNvPr>
                  <p:cNvSpPr/>
                  <p:nvPr/>
                </p:nvSpPr>
                <p:spPr>
                  <a:xfrm>
                    <a:off x="1420578" y="2634647"/>
                    <a:ext cx="306622" cy="144885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E1CAA1BA-9735-A9F1-DC22-460C257FB254}"/>
                      </a:ext>
                    </a:extLst>
                  </p:cNvPr>
                  <p:cNvSpPr/>
                  <p:nvPr/>
                </p:nvSpPr>
                <p:spPr>
                  <a:xfrm>
                    <a:off x="1734890" y="2634647"/>
                    <a:ext cx="306622" cy="144885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C66941AD-351D-6C6B-5FF7-CFDC3044433F}"/>
                      </a:ext>
                    </a:extLst>
                  </p:cNvPr>
                  <p:cNvSpPr/>
                  <p:nvPr/>
                </p:nvSpPr>
                <p:spPr>
                  <a:xfrm>
                    <a:off x="2048184" y="2634647"/>
                    <a:ext cx="306622" cy="144884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646F4F73-47E2-9A44-BC3C-11C7FE4C4354}"/>
                      </a:ext>
                    </a:extLst>
                  </p:cNvPr>
                  <p:cNvSpPr/>
                  <p:nvPr/>
                </p:nvSpPr>
                <p:spPr>
                  <a:xfrm>
                    <a:off x="2361156" y="2634647"/>
                    <a:ext cx="306622" cy="144884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C421346A-CEAA-539A-8F9C-AFF3A1C01DDC}"/>
                      </a:ext>
                    </a:extLst>
                  </p:cNvPr>
                  <p:cNvSpPr/>
                  <p:nvPr/>
                </p:nvSpPr>
                <p:spPr>
                  <a:xfrm>
                    <a:off x="7161638" y="2634647"/>
                    <a:ext cx="306622" cy="1448849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</p:grp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2F8CD04-E308-A6E2-8166-29D91F55B835}"/>
                    </a:ext>
                  </a:extLst>
                </p:cNvPr>
                <p:cNvSpPr/>
                <p:nvPr/>
              </p:nvSpPr>
              <p:spPr>
                <a:xfrm>
                  <a:off x="3315486" y="2941239"/>
                  <a:ext cx="306622" cy="112536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k-SK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AFCBC56-5573-AB6A-7C05-8F90A8277D1A}"/>
                    </a:ext>
                  </a:extLst>
                </p:cNvPr>
                <p:cNvSpPr/>
                <p:nvPr/>
              </p:nvSpPr>
              <p:spPr>
                <a:xfrm>
                  <a:off x="3623172" y="2931630"/>
                  <a:ext cx="306622" cy="112536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k-SK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93DE089-F2D7-6101-5038-1737F77C3F65}"/>
                    </a:ext>
                  </a:extLst>
                </p:cNvPr>
                <p:cNvSpPr/>
                <p:nvPr/>
              </p:nvSpPr>
              <p:spPr>
                <a:xfrm>
                  <a:off x="5136533" y="2941239"/>
                  <a:ext cx="306622" cy="112536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k-SK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331A3D4-2796-AB46-7F96-E8E1E23E084A}"/>
                    </a:ext>
                  </a:extLst>
                </p:cNvPr>
                <p:cNvSpPr/>
                <p:nvPr/>
              </p:nvSpPr>
              <p:spPr>
                <a:xfrm>
                  <a:off x="5444490" y="2931630"/>
                  <a:ext cx="306622" cy="112536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k-SK"/>
                </a:p>
              </p:txBody>
            </p:sp>
          </p:grp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6CB96B2-AB35-B1DE-D38C-82EB531F7057}"/>
                  </a:ext>
                </a:extLst>
              </p:cNvPr>
              <p:cNvSpPr/>
              <p:nvPr/>
            </p:nvSpPr>
            <p:spPr>
              <a:xfrm>
                <a:off x="3014437" y="4171952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E53398D-2508-6A91-8B71-FBEFE5D07D4A}"/>
                  </a:ext>
                </a:extLst>
              </p:cNvPr>
              <p:cNvSpPr/>
              <p:nvPr/>
            </p:nvSpPr>
            <p:spPr>
              <a:xfrm>
                <a:off x="4103919" y="4177023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D6FC051-D8A0-BE52-9AA0-D96AFC3E14C1}"/>
                  </a:ext>
                </a:extLst>
              </p:cNvPr>
              <p:cNvSpPr/>
              <p:nvPr/>
            </p:nvSpPr>
            <p:spPr>
              <a:xfrm>
                <a:off x="4984694" y="4177023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4CC4B21-205A-ABE7-1BF4-CC1ED6A2FDB6}"/>
                  </a:ext>
                </a:extLst>
              </p:cNvPr>
              <p:cNvSpPr/>
              <p:nvPr/>
            </p:nvSpPr>
            <p:spPr>
              <a:xfrm>
                <a:off x="5883463" y="4167414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A1F9315-FC79-0F12-61BB-CB05B0E760B2}"/>
                  </a:ext>
                </a:extLst>
              </p:cNvPr>
              <p:cNvSpPr/>
              <p:nvPr/>
            </p:nvSpPr>
            <p:spPr>
              <a:xfrm>
                <a:off x="7086512" y="4167414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F37AEA3-D926-9BA8-AAE4-3058582A597E}"/>
                </a:ext>
              </a:extLst>
            </p:cNvPr>
            <p:cNvSpPr/>
            <p:nvPr/>
          </p:nvSpPr>
          <p:spPr>
            <a:xfrm>
              <a:off x="4670473" y="5472423"/>
              <a:ext cx="106097" cy="127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F7A66DA-9DF1-1891-F03F-3BE58F759DAC}"/>
              </a:ext>
            </a:extLst>
          </p:cNvPr>
          <p:cNvSpPr txBox="1"/>
          <p:nvPr/>
        </p:nvSpPr>
        <p:spPr>
          <a:xfrm>
            <a:off x="2400516" y="4541843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A54FD1-50EB-2117-C5C5-347B05B3A7C4}"/>
              </a:ext>
            </a:extLst>
          </p:cNvPr>
          <p:cNvSpPr txBox="1"/>
          <p:nvPr/>
        </p:nvSpPr>
        <p:spPr>
          <a:xfrm>
            <a:off x="3489003" y="457390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9A320D-CB8F-DA2F-51AB-6001CEE6A427}"/>
              </a:ext>
            </a:extLst>
          </p:cNvPr>
          <p:cNvSpPr txBox="1"/>
          <p:nvPr/>
        </p:nvSpPr>
        <p:spPr>
          <a:xfrm>
            <a:off x="4334439" y="4557489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E69A3A-8A88-5B18-EFC1-E4FF45CC80C5}"/>
              </a:ext>
            </a:extLst>
          </p:cNvPr>
          <p:cNvSpPr txBox="1"/>
          <p:nvPr/>
        </p:nvSpPr>
        <p:spPr>
          <a:xfrm>
            <a:off x="5262173" y="4557489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6E89A9-364E-04C8-7431-B2E01C9BCE96}"/>
              </a:ext>
            </a:extLst>
          </p:cNvPr>
          <p:cNvSpPr txBox="1"/>
          <p:nvPr/>
        </p:nvSpPr>
        <p:spPr>
          <a:xfrm>
            <a:off x="6426153" y="457390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9D4BAD-6103-B445-A57B-A91748702C85}"/>
              </a:ext>
            </a:extLst>
          </p:cNvPr>
          <p:cNvSpPr txBox="1"/>
          <p:nvPr/>
        </p:nvSpPr>
        <p:spPr>
          <a:xfrm>
            <a:off x="4113356" y="44998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05203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AA119-D486-07C2-B332-A2CA888F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11E423-17D3-1B16-14CC-4C95B436BC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sk-SK" dirty="0"/>
                  <a:t>Príprava kandidátskych smerov nad maskovaným </a:t>
                </a:r>
                <a:r>
                  <a:rPr lang="sk-SK" dirty="0" err="1"/>
                  <a:t>histogramom</a:t>
                </a:r>
                <a:r>
                  <a:rPr lang="sk-SK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k-S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sk-SK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11E423-17D3-1B16-14CC-4C95B436BC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6452" b="-7834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180A1-6879-BEE1-94EF-83DE4360A0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k-SK" dirty="0"/>
                  <a:t>Výber smeru je na základe minimalizácie funkcie</a:t>
                </a:r>
              </a:p>
              <a:p>
                <a14:m>
                  <m:oMath xmlns:m="http://schemas.openxmlformats.org/officeDocument/2006/math">
                    <m:r>
                      <a:rPr lang="sk-SK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sk-S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sk-S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k-S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∆(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k-S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𝑟𝑜𝑏𝑜𝑡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k-SK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sk-S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sk-SK" dirty="0"/>
              </a:p>
              <a:p>
                <a:pPr lvl="2"/>
                <a:r>
                  <a:rPr lang="sk-SK" dirty="0"/>
                  <a:t>Kde </a:t>
                </a:r>
                <a14:m>
                  <m:oMath xmlns:m="http://schemas.openxmlformats.org/officeDocument/2006/math"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∆(</m:t>
                    </m:r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sk-S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k-SK" dirty="0"/>
                  <a:t>  je funkcia ktorá určí minimálny uhol medzi dvoma sektormi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sk-SK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sk-SK" dirty="0"/>
                  <a:t>  predstavuje kandidátsky smer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𝑟𝑜𝑏𝑜𝑡</m:t>
                        </m:r>
                      </m:sub>
                    </m:sSub>
                  </m:oMath>
                </a14:m>
                <a:r>
                  <a:rPr lang="sk-SK" dirty="0"/>
                  <a:t> aktuálne natočenie robota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sk-S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sk-SK" dirty="0"/>
                  <a:t> smer vybratý v predchádzajúcom kroku</a:t>
                </a:r>
              </a:p>
              <a:p>
                <a:pPr lvl="1"/>
                <a:endParaRPr lang="sk-SK" dirty="0"/>
              </a:p>
              <a:p>
                <a:pPr lvl="1"/>
                <a:endParaRPr lang="sk-SK" dirty="0"/>
              </a:p>
              <a:p>
                <a:pPr lvl="1"/>
                <a:endParaRPr lang="sk-SK" dirty="0"/>
              </a:p>
              <a:p>
                <a:pPr lvl="1"/>
                <a:endParaRPr lang="sk-SK" dirty="0"/>
              </a:p>
              <a:p>
                <a:pPr lvl="1"/>
                <a:endParaRPr lang="sk-SK" dirty="0"/>
              </a:p>
              <a:p>
                <a:pPr marL="457200" lvl="1" indent="0">
                  <a:buNone/>
                </a:pPr>
                <a:endParaRPr lang="sk-S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180A1-6879-BEE1-94EF-83DE4360A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C97E182-6980-EC52-CDE2-D2137455413E}"/>
              </a:ext>
            </a:extLst>
          </p:cNvPr>
          <p:cNvGrpSpPr/>
          <p:nvPr/>
        </p:nvGrpSpPr>
        <p:grpSpPr>
          <a:xfrm>
            <a:off x="565878" y="3282950"/>
            <a:ext cx="6704138" cy="2089150"/>
            <a:chOff x="1029428" y="4305300"/>
            <a:chExt cx="6704138" cy="208915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155FF2F-D89C-00F2-70C3-6931C88BD89A}"/>
                </a:ext>
              </a:extLst>
            </p:cNvPr>
            <p:cNvGrpSpPr/>
            <p:nvPr/>
          </p:nvGrpSpPr>
          <p:grpSpPr>
            <a:xfrm>
              <a:off x="1029428" y="4305300"/>
              <a:ext cx="6704138" cy="2089150"/>
              <a:chOff x="1067528" y="3009900"/>
              <a:chExt cx="6704138" cy="208915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C2C9463-607A-3F49-CFC9-39E0B6F147E6}"/>
                  </a:ext>
                </a:extLst>
              </p:cNvPr>
              <p:cNvGrpSpPr/>
              <p:nvPr/>
            </p:nvGrpSpPr>
            <p:grpSpPr>
              <a:xfrm>
                <a:off x="1067528" y="3009900"/>
                <a:ext cx="6704138" cy="2089150"/>
                <a:chOff x="1010378" y="2273300"/>
                <a:chExt cx="6704138" cy="2089150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9069AE3A-DC75-3760-1416-B367C6ECA035}"/>
                    </a:ext>
                  </a:extLst>
                </p:cNvPr>
                <p:cNvGrpSpPr/>
                <p:nvPr/>
              </p:nvGrpSpPr>
              <p:grpSpPr>
                <a:xfrm>
                  <a:off x="1010378" y="2273300"/>
                  <a:ext cx="6704138" cy="2089150"/>
                  <a:chOff x="953228" y="1787083"/>
                  <a:chExt cx="6704138" cy="2689666"/>
                </a:xfrm>
              </p:grpSpPr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5CDF72D1-FB80-0707-3F1E-8482B17FCBC7}"/>
                      </a:ext>
                    </a:extLst>
                  </p:cNvPr>
                  <p:cNvGrpSpPr/>
                  <p:nvPr/>
                </p:nvGrpSpPr>
                <p:grpSpPr>
                  <a:xfrm>
                    <a:off x="953228" y="1787083"/>
                    <a:ext cx="6704138" cy="2689666"/>
                    <a:chOff x="1514106" y="2583809"/>
                    <a:chExt cx="7336279" cy="3332568"/>
                  </a:xfrm>
                </p:grpSpPr>
                <p:cxnSp>
                  <p:nvCxnSpPr>
                    <p:cNvPr id="12" name="Straight Arrow Connector 11">
                      <a:extLst>
                        <a:ext uri="{FF2B5EF4-FFF2-40B4-BE49-F238E27FC236}">
                          <a16:creationId xmlns:a16="http://schemas.microsoft.com/office/drawing/2014/main" id="{6678F1DC-E250-6AD3-D888-AC34FD1302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94576" y="5444455"/>
                      <a:ext cx="715580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Straight Arrow Connector 12">
                      <a:extLst>
                        <a:ext uri="{FF2B5EF4-FFF2-40B4-BE49-F238E27FC236}">
                          <a16:creationId xmlns:a16="http://schemas.microsoft.com/office/drawing/2014/main" id="{CE5CB46E-A0F6-AF5A-618F-EE2F32BA170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038525" y="2583809"/>
                      <a:ext cx="0" cy="3212984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" name="Rectangle 13">
                          <a:extLst>
                            <a:ext uri="{FF2B5EF4-FFF2-40B4-BE49-F238E27FC236}">
                              <a16:creationId xmlns:a16="http://schemas.microsoft.com/office/drawing/2014/main" id="{DEFB20FF-FEA2-E585-9A91-80DB077A74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241643" y="5393157"/>
                          <a:ext cx="468077" cy="523220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sk-SK" dirty="0"/>
                        </a:p>
                      </p:txBody>
                    </p:sp>
                  </mc:Choice>
                  <mc:Fallback xmlns="">
                    <p:sp>
                      <p:nvSpPr>
                        <p:cNvPr id="14" name="Rectangle 13">
                          <a:extLst>
                            <a:ext uri="{FF2B5EF4-FFF2-40B4-BE49-F238E27FC236}">
                              <a16:creationId xmlns:a16="http://schemas.microsoft.com/office/drawing/2014/main" id="{DEFB20FF-FEA2-E585-9A91-80DB077A746F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241643" y="5393157"/>
                          <a:ext cx="468077" cy="523220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b="-2222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k-SK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5" name="Rectangle 14">
                          <a:extLst>
                            <a:ext uri="{FF2B5EF4-FFF2-40B4-BE49-F238E27FC236}">
                              <a16:creationId xmlns:a16="http://schemas.microsoft.com/office/drawing/2014/main" id="{C43B80A6-E7A1-8DFF-9F0D-29F9076C53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14106" y="2677740"/>
                          <a:ext cx="472950" cy="523220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sk-SK" dirty="0"/>
                        </a:p>
                      </p:txBody>
                    </p:sp>
                  </mc:Choice>
                  <mc:Fallback xmlns="">
                    <p:sp>
                      <p:nvSpPr>
                        <p:cNvPr id="15" name="Rectangle 14">
                          <a:extLst>
                            <a:ext uri="{FF2B5EF4-FFF2-40B4-BE49-F238E27FC236}">
                              <a16:creationId xmlns:a16="http://schemas.microsoft.com/office/drawing/2014/main" id="{C43B80A6-E7A1-8DFF-9F0D-29F9076C538B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14106" y="2677740"/>
                          <a:ext cx="472950" cy="523220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b="-44444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k-SK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5A4232D7-A6CF-DB45-6A22-FB5A910F280A}"/>
                      </a:ext>
                    </a:extLst>
                  </p:cNvPr>
                  <p:cNvSpPr/>
                  <p:nvPr/>
                </p:nvSpPr>
                <p:spPr>
                  <a:xfrm>
                    <a:off x="1420578" y="2634647"/>
                    <a:ext cx="306622" cy="144885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CAB8E983-F4CC-A023-F69F-384960700A45}"/>
                      </a:ext>
                    </a:extLst>
                  </p:cNvPr>
                  <p:cNvSpPr/>
                  <p:nvPr/>
                </p:nvSpPr>
                <p:spPr>
                  <a:xfrm>
                    <a:off x="1734890" y="2634647"/>
                    <a:ext cx="306622" cy="144885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FB644338-990F-7D98-9616-589324A0F7E1}"/>
                      </a:ext>
                    </a:extLst>
                  </p:cNvPr>
                  <p:cNvSpPr/>
                  <p:nvPr/>
                </p:nvSpPr>
                <p:spPr>
                  <a:xfrm>
                    <a:off x="2048184" y="2634647"/>
                    <a:ext cx="306622" cy="144884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F0109B81-4EFD-8478-2E03-A95A9CB80E74}"/>
                      </a:ext>
                    </a:extLst>
                  </p:cNvPr>
                  <p:cNvSpPr/>
                  <p:nvPr/>
                </p:nvSpPr>
                <p:spPr>
                  <a:xfrm>
                    <a:off x="2361156" y="2634647"/>
                    <a:ext cx="306622" cy="1448849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98DC150-866A-7488-7223-F0798ED7E252}"/>
                      </a:ext>
                    </a:extLst>
                  </p:cNvPr>
                  <p:cNvSpPr/>
                  <p:nvPr/>
                </p:nvSpPr>
                <p:spPr>
                  <a:xfrm>
                    <a:off x="7161638" y="2634647"/>
                    <a:ext cx="306622" cy="1448849"/>
                  </a:xfrm>
                  <a:prstGeom prst="rect">
                    <a:avLst/>
                  </a:prstGeom>
                  <a:ln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sk-SK"/>
                  </a:p>
                </p:txBody>
              </p:sp>
            </p:grp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72D53FA-9541-C699-665F-DF89ADB6FFED}"/>
                    </a:ext>
                  </a:extLst>
                </p:cNvPr>
                <p:cNvSpPr/>
                <p:nvPr/>
              </p:nvSpPr>
              <p:spPr>
                <a:xfrm>
                  <a:off x="3315486" y="2941239"/>
                  <a:ext cx="306622" cy="112536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k-SK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13918CA-2340-1A54-67B2-07AC39C9EABB}"/>
                    </a:ext>
                  </a:extLst>
                </p:cNvPr>
                <p:cNvSpPr/>
                <p:nvPr/>
              </p:nvSpPr>
              <p:spPr>
                <a:xfrm>
                  <a:off x="3623172" y="2931630"/>
                  <a:ext cx="306622" cy="112536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k-SK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BF0FD63D-ABE3-0BD7-C967-EEC6A6A90CDB}"/>
                    </a:ext>
                  </a:extLst>
                </p:cNvPr>
                <p:cNvSpPr/>
                <p:nvPr/>
              </p:nvSpPr>
              <p:spPr>
                <a:xfrm>
                  <a:off x="5136533" y="2941239"/>
                  <a:ext cx="306622" cy="112536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k-SK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4BF1079A-6A87-7280-B4B2-69B9E40ABAE7}"/>
                    </a:ext>
                  </a:extLst>
                </p:cNvPr>
                <p:cNvSpPr/>
                <p:nvPr/>
              </p:nvSpPr>
              <p:spPr>
                <a:xfrm>
                  <a:off x="5444490" y="2931630"/>
                  <a:ext cx="306622" cy="1125368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k-SK"/>
                </a:p>
              </p:txBody>
            </p:sp>
          </p:grp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744C586-64EE-A358-E057-AD57154294F0}"/>
                  </a:ext>
                </a:extLst>
              </p:cNvPr>
              <p:cNvSpPr/>
              <p:nvPr/>
            </p:nvSpPr>
            <p:spPr>
              <a:xfrm>
                <a:off x="3014437" y="4171952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1A7AABA-2454-A7DE-0C98-7CD3D31ACC39}"/>
                  </a:ext>
                </a:extLst>
              </p:cNvPr>
              <p:cNvSpPr/>
              <p:nvPr/>
            </p:nvSpPr>
            <p:spPr>
              <a:xfrm>
                <a:off x="4103919" y="4177023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D2EEBE2-812E-AD08-5791-9B1814C7D172}"/>
                  </a:ext>
                </a:extLst>
              </p:cNvPr>
              <p:cNvSpPr/>
              <p:nvPr/>
            </p:nvSpPr>
            <p:spPr>
              <a:xfrm>
                <a:off x="4984694" y="4177023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2040853-BCF8-545C-0109-3172E5C3EDA4}"/>
                  </a:ext>
                </a:extLst>
              </p:cNvPr>
              <p:cNvSpPr/>
              <p:nvPr/>
            </p:nvSpPr>
            <p:spPr>
              <a:xfrm>
                <a:off x="5883463" y="4167414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382C1C2-B64A-0264-8671-587C72C6597B}"/>
                  </a:ext>
                </a:extLst>
              </p:cNvPr>
              <p:cNvSpPr/>
              <p:nvPr/>
            </p:nvSpPr>
            <p:spPr>
              <a:xfrm>
                <a:off x="7086512" y="4167414"/>
                <a:ext cx="106097" cy="127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k-SK"/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87988D7-D512-9F74-0F45-8461D840C969}"/>
                </a:ext>
              </a:extLst>
            </p:cNvPr>
            <p:cNvSpPr/>
            <p:nvPr/>
          </p:nvSpPr>
          <p:spPr>
            <a:xfrm>
              <a:off x="4670473" y="5472423"/>
              <a:ext cx="106097" cy="127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k-SK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96BFD23-FE9B-D57A-8FAB-AC8B42722E72}"/>
              </a:ext>
            </a:extLst>
          </p:cNvPr>
          <p:cNvSpPr txBox="1"/>
          <p:nvPr/>
        </p:nvSpPr>
        <p:spPr>
          <a:xfrm>
            <a:off x="2400516" y="4541843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9E548E-9A0F-1136-1DD7-21348D5B739E}"/>
              </a:ext>
            </a:extLst>
          </p:cNvPr>
          <p:cNvSpPr txBox="1"/>
          <p:nvPr/>
        </p:nvSpPr>
        <p:spPr>
          <a:xfrm>
            <a:off x="3489003" y="457390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C16781-5315-E9B3-9320-C83665C854AF}"/>
              </a:ext>
            </a:extLst>
          </p:cNvPr>
          <p:cNvSpPr txBox="1"/>
          <p:nvPr/>
        </p:nvSpPr>
        <p:spPr>
          <a:xfrm>
            <a:off x="4334439" y="4557489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2F7EAB-992F-88DC-3D60-D9772A800444}"/>
              </a:ext>
            </a:extLst>
          </p:cNvPr>
          <p:cNvSpPr txBox="1"/>
          <p:nvPr/>
        </p:nvSpPr>
        <p:spPr>
          <a:xfrm>
            <a:off x="5262173" y="4557489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FC6BB9-E364-70A9-EBD8-3149B8398100}"/>
              </a:ext>
            </a:extLst>
          </p:cNvPr>
          <p:cNvSpPr txBox="1"/>
          <p:nvPr/>
        </p:nvSpPr>
        <p:spPr>
          <a:xfrm>
            <a:off x="6426153" y="457390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k5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88E825-5163-809E-2881-E2BD25A6018D}"/>
              </a:ext>
            </a:extLst>
          </p:cNvPr>
          <p:cNvSpPr txBox="1"/>
          <p:nvPr/>
        </p:nvSpPr>
        <p:spPr>
          <a:xfrm>
            <a:off x="4113356" y="44998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357935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4B02-C803-573A-CE67-124F4588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Implementačné poznámky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99CB2-5768-5699-3D46-D3B4D6C98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Laserový diaľkomer je ľavotočivý – musíte prerátať</a:t>
            </a:r>
          </a:p>
          <a:p>
            <a:endParaRPr lang="sk-SK" dirty="0"/>
          </a:p>
          <a:p>
            <a:r>
              <a:rPr lang="sk-SK" dirty="0"/>
              <a:t>Ak chcete robiť fúziu </a:t>
            </a:r>
            <a:r>
              <a:rPr lang="en-US" dirty="0"/>
              <a:t>z</a:t>
            </a:r>
            <a:r>
              <a:rPr lang="sk-SK" dirty="0"/>
              <a:t> viacerých polôh, miesto priameho prepočtu laseru do sektorov je lepšie robiť aktívnu mriežku (môžeme sa porozprávať individuálne, alebo bude na prednáške)</a:t>
            </a:r>
          </a:p>
          <a:p>
            <a:endParaRPr lang="sk-SK" dirty="0"/>
          </a:p>
          <a:p>
            <a:r>
              <a:rPr lang="sk-SK" dirty="0"/>
              <a:t>Pri hodnotách z predchádzajúceho </a:t>
            </a:r>
            <a:r>
              <a:rPr lang="sk-SK" dirty="0" err="1"/>
              <a:t>histogramu</a:t>
            </a:r>
            <a:r>
              <a:rPr lang="sk-SK" dirty="0"/>
              <a:t> pozor na zmenu natočenia robota (alebo robte </a:t>
            </a:r>
            <a:r>
              <a:rPr lang="sk-SK" dirty="0" err="1"/>
              <a:t>histogram</a:t>
            </a:r>
            <a:r>
              <a:rPr lang="sk-SK" dirty="0"/>
              <a:t> v globálnom uhle)</a:t>
            </a:r>
          </a:p>
          <a:p>
            <a:endParaRPr lang="sk-SK" dirty="0"/>
          </a:p>
          <a:p>
            <a:r>
              <a:rPr lang="sk-SK" dirty="0"/>
              <a:t>Pri pohybe točím na mieste, chodím rovno môžete masku „ignorovať“ </a:t>
            </a:r>
          </a:p>
        </p:txBody>
      </p:sp>
    </p:spTree>
    <p:extLst>
      <p:ext uri="{BB962C8B-B14F-4D97-AF65-F5344CB8AC3E}">
        <p14:creationId xmlns:p14="http://schemas.microsoft.com/office/powerpoint/2010/main" val="2163563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752</TotalTime>
  <Words>487</Words>
  <Application>Microsoft Office PowerPoint</Application>
  <PresentationFormat>Widescreen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Trebuchet MS</vt:lpstr>
      <vt:lpstr>Wingdings 3</vt:lpstr>
      <vt:lpstr>Facet</vt:lpstr>
      <vt:lpstr>RMR úloha 2</vt:lpstr>
      <vt:lpstr>PowerPoint Presentation</vt:lpstr>
      <vt:lpstr>Metóda VFH+</vt:lpstr>
      <vt:lpstr>Metóda VFH+</vt:lpstr>
      <vt:lpstr>Metóda VFH+</vt:lpstr>
      <vt:lpstr>Ako nájsť, či bod patrí do sektora h_k </vt:lpstr>
      <vt:lpstr>Vytvorenie  polárneho histogramu H^P</vt:lpstr>
      <vt:lpstr>Vytvorenie binárneho polárneho histogramu H^b</vt:lpstr>
      <vt:lpstr>Vytvorenie polárneho histogramu s maskou H^m</vt:lpstr>
      <vt:lpstr>Vytvorenie polárneho histogramu s maskou H^m</vt:lpstr>
      <vt:lpstr>Vytvorenie polárneho histogramu s maskou H^m</vt:lpstr>
      <vt:lpstr>Príprava kandidátskych smerov nad maskovaným histogramom H^m</vt:lpstr>
      <vt:lpstr>Príprava kandidátskych smerov nad maskovaným histogramom H^m</vt:lpstr>
      <vt:lpstr>Implementačné poznámky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Dekan</dc:creator>
  <cp:lastModifiedBy>Martin Dekan</cp:lastModifiedBy>
  <cp:revision>5</cp:revision>
  <dcterms:created xsi:type="dcterms:W3CDTF">2025-01-17T16:57:57Z</dcterms:created>
  <dcterms:modified xsi:type="dcterms:W3CDTF">2025-02-13T08:21:24Z</dcterms:modified>
</cp:coreProperties>
</file>